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8" r:id="rId2"/>
    <p:sldId id="257" r:id="rId3"/>
    <p:sldId id="258" r:id="rId4"/>
    <p:sldId id="259" r:id="rId5"/>
    <p:sldId id="260" r:id="rId6"/>
    <p:sldId id="263" r:id="rId7"/>
    <p:sldId id="262" r:id="rId8"/>
    <p:sldId id="369" r:id="rId9"/>
    <p:sldId id="371" r:id="rId10"/>
    <p:sldId id="372" r:id="rId11"/>
    <p:sldId id="373" r:id="rId12"/>
    <p:sldId id="264" r:id="rId13"/>
    <p:sldId id="374" r:id="rId14"/>
    <p:sldId id="375" r:id="rId15"/>
    <p:sldId id="376" r:id="rId16"/>
    <p:sldId id="377" r:id="rId17"/>
    <p:sldId id="261" r:id="rId18"/>
    <p:sldId id="265" r:id="rId19"/>
    <p:sldId id="362" r:id="rId20"/>
    <p:sldId id="370" r:id="rId21"/>
    <p:sldId id="267"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11T05:08:48.509"/>
    </inkml:context>
    <inkml:brush xml:id="br0">
      <inkml:brushProperty name="width" value="0.05292" units="cm"/>
      <inkml:brushProperty name="height" value="0.05292" units="cm"/>
      <inkml:brushProperty name="color" value="#FF0000"/>
    </inkml:brush>
  </inkml:definitions>
  <inkml:trace contextRef="#ctx0" brushRef="#br0">29154 5696 17 0,'0'0'42'0,"0"0"-12"15,0 0-2-15,0 0-10 16,0 0-2-16,0 0 5 15,0 0 2-15,-1-1-2 16,1 1-2-16,0 0-4 16,0 0 5-16,0 0-4 15,0-2-2-15,0 2-5 16,-3-1 10-16,-2 1 3 16,-2 0-9-16,-2 0-6 15,-5 0-7-15,-4 0-4 16,-1 0 3-16,-2 0 1 0,2 1-1 15,-2 2 0-15,0 1-2 16,3 3 1-16,-3-2 2 16,-3-1-3-16,6 6 3 15,-1-1-2-15,-3 1 2 16,5-1-2-16,-1 2 2 16,-2-1 1-16,4 0-1 15,7 1-1-15,1-2-4 16,5 2 3-16,3-2 1 15,0 4-2-15,0-4 3 0,0 1 0 16,11 0 0 0,2-2 0-16,-1-2 0 0,2 4 0 15,5-4 2-15,-2-3-2 16,5 5 0-16,4-5 0 16,-7 3 2-16,7-6 1 15,-4 5-1-15,2-2 1 16,0-1-2-16,-6-1-1 15,-1 0 4-15,0 1-2 16,-4-2-2-16,2 0 1 16,2 0 3-16,-5 0 8 15,1 0-5-15,3-3 4 16,-3-1 8-16,1-3 1 16,1 0-5-16,-1-3-4 15,-2 4-4-15,1-2 0 0,-4-3-2 16,2 0 3-16,-3-1-3 15,-3 1-4-15,-4-2 2 16,5 1 0-16,-1 0-2 16,-4 2-1-16,2 1 1 15,0 3 0-15,-3-1 1 16,0 2 0-16,0 1 1 16,0-4-2-16,0 6 3 15,0-2-2-15,0-2 9 16,-7-1-8-16,-4 4 9 15,1-4-11-15,-2 5 2 16,0-3-3-16,-4 2 0 0,-1-1 1 16,-1-1-1-1,-2 2 0-15,-6 3-1 0,1-2-3 16,-7 2 1-16,2 0 1 16,5 0 2-16,4 0 0 15,8 0-4-15,1 0-2 16,6 2-4-16,3 3-27 15,3 2-64-15,0-4-98 16</inkml:trace>
  <inkml:trace contextRef="#ctx0" brushRef="#br0" timeOffset="988.98">29873 5704 11 0,'0'0'30'16,"0"0"32"-16,0 0-33 15,0 0-17-15,0 0-5 16,0 0-2-16,-67 0 6 16,43 0 7-16,2 0 0 15,5 5-3-15,-2-2-5 16,2 1-7-16,3 1-1 16,-5 0 2-16,2 2 1 15,3 1-3-15,-2-3 2 0,4 2-1 16,2 0 2-16,4 0-3 15,1 1 0-15,0-1-2 16,5 2 1-16,-3 1 2 16,3 2-3-16,0-3 0 15,0 1 0-15,0 0 3 16,0 0-2-16,0-2-1 16,0 1 2-16,0-1-2 15,8-4-4-15,3 6 2 16,-1-4 2-16,-1-3 0 15,6 5 6-15,-2-2-5 16,-1-3 1-16,4 2-2 0,-2-2 1 16,4 0 0-16,0 1 3 15,1-2 3-15,5-2 3 16,1 0 3-16,-4 0 4 16,3 0 0-16,2 0 2 15,-4 0 2-15,-3-6 10 16,4-2-13-16,-6-1-2 15,3-2-1-15,-4 2-6 16,-4-5 0-16,-1 1-8 16,-1 1 3-16,-4-1-2 15,0-1-1-15,-4 5 6 16,1-3-5-16,-3 2 1 16,0 0-1-16,0 1 0 15,0 1 2-15,0 1-2 16,0 1-1-16,0 1 3 0,-8-1 4 15,-1-1-5-15,-1 4-3 16,-4 0 4-16,2-1-4 16,-5 2 0-16,0-1-2 15,-8 1-1-15,-4-1-1 16,3 3 1-16,-6 0 0 16,7 0-1-16,3 0-6 15,2 0-1-15,5 0-12 16,3 0-23-16,5 0-67 15,7 0-112-15</inkml:trace>
  <inkml:trace contextRef="#ctx0" brushRef="#br0" timeOffset="2324.69">30564 5704 44 0,'0'0'37'15,"0"0"11"-15,0 0-30 16,0 0-9-16,0 0 1 16,0 0 6-16,-96 0 7 15,80 0 7-15,4 3-15 16,-3 2-10-16,-2-1 1 15,-2 4-3-15,6-3 3 16,-5 2-2-16,3 0-2 0,5 0 7 16,-3-2-8-16,6 5 11 15,-2-5-8-15,2 2-2 16,5 0 0-16,2 0 0 16,0 1 1-16,0-2-3 15,0 2 3-15,0-2 0 16,0 0-2-16,0 1-1 15,2-1 1-15,8-2-1 16,0 6 0-16,-1-2 4 16,4 1-2-16,-2-3 0 15,-2 0 1-15,2 1-3 16,-1-4 0-16,-2 3 1 16,1-3 0-16,-1 0 0 0,1 2-1 15,4-3 0 1,3-1 0-16,-4 2 1 0,4-2 7 15,-4 1-1-15,1-2 2 16,-1 0-2-16,-5 0 0 16,0 0-3-16,2 0 3 15,0 0-2-15,-2 0 7 16,5 0-2-16,-3 0 0 16,0 0 3-16,3 0 14 15,-3-6 11-15,3-2-16 16,6 2-3-16,-6-5-10 15,1 2-5-15,-1-1 0 0,-4 0 0 16,0 2 3 0,-3 1-4-16,-2 1 1 0,-2-2-2 15,-1 2 3-15,0 2-4 16,0-1 0-16,0 0-1 16,3-1 0-16,-3 0 2 15,0 1-1-15,0-1 1 16,0 0-2-16,0 1 1 15,0 1 0-15,0 0 5 16,0 0-6-16,-4-3 0 16,-7 5 1-16,1-2 1 15,3 0-2-15,-3 0 1 16,-3-1 0-16,1 4 0 16,-1-1 3-16,1-1-3 15,0-1-1-15,-1 4-3 16,2-2 0-16,-2 2 2 15,4 0 0-15,1 0 1 0,-1 0-2 16,-2 0 2-16,1 0 0 16,1 0-2-16,-2 0 1 15,3 0-1-15,2 0-1 16,-2 0 3-16,3 0-1 16,-3 0 1-16,4 0 0 15,-2 0 0-15,1 0 0 16,5 0 0-16,-1 0 0 15,1 0 1-15,-4 0-1 16,4 0 1-16,0 0-1 16,0 0 2-16,-3 0-2 15,3 0 0-15,0 0 0 0,0 0-2 16,0 0 0-16,0 0 2 16,0 0 0-16,0 0 0 15,0 0 0-15,0 0-2 16,0 0-2-16,0 0 3 15,0 0-1-15,0 0 2 16,0 0 0-16,0 0 0 16,0 0-4-16,0 0-5 15,0 0-10-15,0 0-15 16,0 0-21-16,0 2-12 16,0-2-72-16,7 3-79 15</inkml:trace>
  <inkml:trace contextRef="#ctx0" brushRef="#br0" timeOffset="4831.33">29221 6246 14 0,'0'0'41'15,"0"0"-10"-15,0 0 1 16,0 0 3-16,0 0 11 16,0 0-12-16,0 0 0 15,0 0-5-15,0 0-2 16,0 0-7-16,0 0-5 16,0 0-10-16,0 0-3 15,-3 0-2-15,-10 0-2 0,-1 0 1 16,-5 0-1-16,0 0 1 15,-1 0-2-15,-1 3 3 16,1 0-1-16,3 2-2 16,-1-1 3-16,3 3-2 15,-3-1 2-15,3 0-4 16,1 1 3-16,1-1 1 16,0-2 0-16,6 3 0 15,-1-4-3-15,4 3 1 16,-1 1 1-16,1-1-4 15,-1-2 5-15,2 2 0 16,2-1-2-16,-2 1 2 0,3 0 0 16,0 2-1-1,0-2 1-15,0-1 1 0,0 2-1 16,0-2 0-16,0 0-1 16,0 0 1-16,10-3 0 15,-2 1 0-15,2 1 1 16,4-4 0-16,-1 0 0 15,5 5 2-15,0-5-2 16,4 1 0-16,1-1 2 16,-4 0-1-16,5 0-1 15,-3 0 1-15,0 0 3 16,1 0-1-16,-1-3-2 16,-2-3 4-16,-1 2-2 15,-3-3-2-15,-2 2 3 16,-3-2-5-16,-3 0 2 0,-1 0 3 15,-3-3-5-15,-3 4 5 16,0 0-3-16,0-2 9 16,0 1-3-16,0-2 10 15,0 3-12-15,0-1 1 16,-3 0 2-16,-6 5-2 16,-3-2 0-16,-1 0-1 15,1-1-1-15,-5 1-3 16,2 0-2-16,-4 1-1 15,5 0 1-15,-2 1-2 16,4-1 2-16,5 1 0 16,-4 2-2-16,4 0 2 0,-1 0-7 15,2 0-2-15,0 0-19 16,1 0-30-16,3 0-24 16,2 2-25-16,0 1-16 15</inkml:trace>
  <inkml:trace contextRef="#ctx0" brushRef="#br0" timeOffset="5717.05">29910 6268 22 0,'0'0'34'0,"0"0"-6"0,0 0-9 16,0 0 0-16,0 0 10 15,0 0 7-15,-54-2-10 16,35 2-9-16,0 0 0 16,-4 0 0-16,3 0-5 15,0 2-6-15,1 2-5 16,1 1 1-16,-1 0 0 15,5 1-1-15,1-1-1 16,2 2 0-16,5 0 0 16,0 2 5-16,6-1-5 15,0 1-1-15,0-1 1 16,0-2 0-16,3 4 0 0,9-3 2 16,1 1-1-1,0-1-1-15,3-1 1 0,-3 0-1 16,0-2 3-16,4 0-2 15,-5 0 0-15,5-4 4 16,0 5-2-16,0-4 5 16,4 1 0-16,-2-2 6 15,4 0 2-15,0 0-8 16,0 0 0-16,-1 0 8 16,4 0-2-16,-4 0 0 15,-1-5-5-15,-2 2 4 16,-6-1-1-16,-3 0 7 15,-1 0 4-15,2-1 0 16,-3-2-8-16,-2 2-4 16,0-2 2-16,-5 1-4 0,-1-2 2 15,0-1-5-15,0-1-6 16,0 0 6-16,0 0-1 16,-12 0-1-16,-1 3 2 15,-8 1 0-15,3 0-2 16,-1 1-4-16,-5 3-4 15,5-1 1-15,-5 2 1 16,0 1-4-16,1 0 4 16,-2 0-3-16,0 0-3 15,1 0-7-15,3 1-4 16,3 2-12-16,6 2-5 16,0 0-62-16,8-1-52 0,4 1-6 15</inkml:trace>
  <inkml:trace contextRef="#ctx0" brushRef="#br0" timeOffset="6500.76">30573 6229 20 0,'0'0'55'16,"0"0"-2"-16,0 0 1 15,0 0-28-15,0 0-20 16,0 0-6-16,0 0-3 0,0 0 3 16,0 0 21-1,0 5 17-15,-8 1 3 0,2 0 0 16,-7 5 9-16,2-2-26 15,4 2-8-15,-3-3-3 16,5 2-2-16,-3-1-7 16,4 0 5-16,-1 2-2 15,2-4 0-15,-2 3-1 16,2-4 1-16,1 4-1 16,2-3-2-16,0-1-1 15,0 1 2-15,0-3-5 16,0 0 0-16,0-2 1 15,0 0-1-15,0 0 0 16,0-1 0-16,0 1 1 16,0-2-1-16,0 0 2 0,0 0-1 15,0 1 2-15,0-1 1 16,0 0 0-16,0 0 1 16,0 0 1-16,0 0-2 15,0 0 6-15,0 0 0 16,0 0 1-16,0 0-1 15,0 0 0-15,0 0 1 16,0 0-1-16,0 0-2 16,0 0 2-16,0 0-6 15,0 0 2-15,0 0-1 16,0 0 0-16,0 0 2 16,0 0 3-16,0 0-7 0,0 0 5 15,0 0-6-15,0 0 2 16,0 0-3-16,0 0-1 15,-6 0-90-15,-12 0-103 16</inkml:trace>
  <inkml:trace contextRef="#ctx0" brushRef="#br0" timeOffset="12105.92">29147 6708 1 0,'0'0'9'15,"0"0"-3"-15,0 0 12 16,0 0 16-16,0 0 4 15,0 0-9-15,0 0-8 16,0 0-14-16,0 0 0 16,0 0-3-16,0 0-4 15,0 0 1-15,0 0-1 16,0 0 0-16,0 0-1 0,0 0-1 16,0 0 2-1,0 0-8-15,0 3 6 0,0-1-24 16,0-2-110-16</inkml:trace>
  <inkml:trace contextRef="#ctx0" brushRef="#br0" timeOffset="12607.96">29178 6904 22 0,'0'0'21'0,"0"0"-2"16,0 0 3-16,0 0 1 16,0 0 4-16,0 0-6 15,0 2-3-15,0-2-7 16,0 0-10-16,0 0-1 16,-6 1-1-16,4 1 1 15,-2 0 0-15,1 1-3 16,-2 0-19-16,0-1-56 15</inkml:trace>
  <inkml:trace contextRef="#ctx0" brushRef="#br0" timeOffset="13027.44">29288 7165 56 0,'0'0'13'0,"0"0"42"15,0 0-3-15,0 0-36 16,0 0-1-16,0 0 2 16,0 1 1-16,0-1 14 15,0 0 7-15,0 0-12 16,0 0-4-16,0 0-15 16,0 0-1-16,0 0-7 15,0 2-2-15,0 0-2 16,0 1 4-16,0-2 5 15,0 2-5-15,0-2-12 16,0 3-16-16,-7 1-23 16,-3 0-41-16,-1 1-64 0</inkml:trace>
  <inkml:trace contextRef="#ctx0" brushRef="#br0" timeOffset="13410.14">29242 7424 29 0,'0'0'10'0,"0"0"6"16,0 0 33-16,0 0-18 15,0 0-13-15,0 0 4 16,0 3-6-16,0-3-7 16,0 0 4-16,0 0-1 15,0 0-4-15,0 0-2 16,0 0-4-16,0 0-1 15,0 0-1-15,0 0-3 16,0 2 3-16,0 0-2 16,0 3-13-16,0 0-50 0,0 1-30 15</inkml:trace>
  <inkml:trace contextRef="#ctx0" brushRef="#br0" timeOffset="13746.15">29266 7654 11 0,'0'0'25'0,"0"0"-6"16,0 0 0-16,0 0-1 15,0 0-4-15,0 0 2 16,0 8-4-16,0-8-7 16,0 2 1-16,0-2-3 15,0 1-1-15,0-1 1 16,-3 3-2-16,0 0-1 15,3 0-17-15,0-3-59 16</inkml:trace>
  <inkml:trace contextRef="#ctx0" brushRef="#br0" timeOffset="14046.68">29263 7764 1 0,'0'0'21'15,"0"0"-9"-15,0 0-2 16,0 0 2-16,0 0 2 15,0 0 1-15,-3 5-7 16,3-5-6-16,-2 0 2 16,2 2-2-16,-3-2 0 15,3 4-2-15,0-2-37 16</inkml:trace>
  <inkml:trace contextRef="#ctx0" brushRef="#br0" timeOffset="14364.09">29251 7889 9 0,'0'0'67'16,"0"0"-37"-16,0 0-6 16,0 0-5-16,0 0-9 15,0 0 4-15,0 0 1 16,0 0-6-16,0 0-8 16,0 0-2-16,0 3-1 0,0-3 1 15,0 3 1-15,0-1-14 16,0 0-43-16,0 1-40 15</inkml:trace>
  <inkml:trace contextRef="#ctx0" brushRef="#br0" timeOffset="14648.27">29284 7999 45 0,'0'0'10'15,"0"0"21"-15,0 0 61 16,0 0-46-16,0 0-1 16,0 0-8-16,0 0-12 15,0 0-4-15,0 0-7 16,0 0-5-16,0 0-7 15,0 0-2-15,0 0 0 16,0 0-1-16,0 0-32 16,-5 0-82-16</inkml:trace>
  <inkml:trace contextRef="#ctx0" brushRef="#br0" timeOffset="25837.49">29323 8339 9 0,'0'0'16'15,"0"0"1"-15,0 0 3 16,0 0-3-16,0 0 2 16,0 0 2-16,0 0 1 0,0-1-2 15,-2 1 6-15,2-3 10 16,0 3-7-16,0 0 1 15,0 0 1-15,0-3 3 16,0 3-12-16,0 0 0 16,0 0-5-16,0 0-2 15,0 0-4-15,0 0-8 16,0 0-3-16,0 0-1 16,0 0 0-16,0 0-2 15,0 0-3-15,0 0-1 16,0 0-4-16,0 0 4 15,0 3 3-15,0 4 4 0,-3 0 0 16,2-1 1-16,-2 0-1 16,-1 2 0-16,2-1 4 15,-3-1 1-15,2 1-4 16,-1-1 0-16,1-1-1 16,1 2 1-16,2-3 2 15,-3 4-1-15,0 0-2 16,-1 1 1-16,2-1 2 15,-2-1-1-15,1 3-2 16,2-1 0-16,-2-1 0 16,3 0 3-16,0 0-1 15,0-5-1-15,0 4 0 16,0-4 1-16,0 4 1 0,0-4-3 16,0 0 0-1,0 3 3-15,0-1-2 0,0-2 1 16,0 3-2-16,0 1 0 15,0-1 6-15,0 1-4 16,0 0-2-16,0-3 3 16,0 1 2-16,0 1-1 15,0-2-1-15,0-1 1 16,0-2-4-16,0 1 1 16,0-2 1-16,0 0-1 15,0 0 1-15,0 1-1 16,0-1 2-16,0 0 0 0,0 0-2 15,0 0 1 1,0 0 1-16,0 0-1 0,0 0 2 16,0 0-3-16,0 0 2 15,0 0-3-15,0 0 0 16,0 0-1-16,0 0-19 16,0 0-25-16,0 0-47 15,3 0-64-15</inkml:trace>
  <inkml:trace contextRef="#ctx0" brushRef="#br0" timeOffset="26963.2">30016 8301 7 0,'0'0'28'15,"0"0"5"1,0 0 9-16,0 0 3 0,0 0-3 16,0 0 3-16,-3-8-1 15,3 8-7-15,0 0-10 16,0 0-12-16,0 0-15 16,0 0-2-16,0 0-15 15,-1 0-3-15,1 7 20 16,0 1 2-16,0 2 6 15,0 0-2-15,0 1 3 16,0 2-3-16,-3 0 0 16,0-2 0-16,0 1 2 15,-2 0-3-15,2-2 1 16,2 0-5-16,-2 0 5 16,0-1-1-16,1-1 2 0,2 2 0 15,0-2-2-15,0 0-1 16,0 0 1-16,0-2 2 15,0 4-1-15,-3-4-5 16,3-2 4-16,0 3 0 16,0-1-3-16,0 2 3 15,0-3-2-15,0-1 1 16,0 4 2-16,0-3 0 16,0 1 2-16,0-5-3 15,0 4 0-15,0-3 0 16,0-2 1-16,0 1 1 15,0-1-5-15,0 0 4 0,0 0-3 16,0 0 4-16,0 0-1 16,0 0 0-16,0 0 1 15,0 0-4-15,0 0 3 16,0 0-6-16,0 0-14 16,0-1-108-16,-10-7-253 15</inkml:trace>
  <inkml:trace contextRef="#ctx0" brushRef="#br0" timeOffset="28100.66">30643 8260 54 0,'0'0'44'0,"0"0"-10"15,0 0 1-15,0 0 4 16,0 0-2-16,0 0-4 16,5 0-8-16,-5 0-19 15,0 0-4-15,0 0-2 16,0 0 0-16,0 6 3 16,-1 2 11-16,-11 1-2 15,8 1-4-15,-4 0 8 0,1 2-8 16,4 1 1-1,-4 0-3-15,3 1 0 0,0 0 1 16,-4-1 1-16,7-3 2 16,-5 4-3-16,3-5-4 15,3 1 13-15,0 1-11 16,0 0 6-16,0 0-1 16,-3 1 0-16,2 1 5 15,-2-1-7-15,3-3-1 16,-2 1 0-16,2 0 0 15,0 2-3-15,0-1 5 16,0-1-3-16,0 0 9 16,2-1-2-16,1-1-8 15,-3-2 1-15,1 0 1 16,-1 1-4-16,3-4 0 0,-3 3 1 16,3-5 0-1,-3 1 2-15,0 3-2 0,0-5 2 16,0 0 2-16,0 0-5 15,0 0 4-15,0 0 0 16,0 0-4-16,0 0 3 16,0 0-1-16,0 0-1 15,0 0 0-15,0 0-2 16,0 0-1-16,0 0 1 16,0 0 2-16,0 0-3 15,0 0 2-15,3 0 2 16,-3 0 0-16,0 0 3 0,0 0 0 15,0 0 4 1,0 0 2-16,0 0-2 0,3 0 3 16,-2 0-2-16,-1 0 3 15,0 0 1-15,0 0-8 16,0 0 0-16,0 0-4 16,3 0-5-16,2-7-1 15,6 0-34-15,-4 0-80 16,-7 0-133-16</inkml:trace>
  <inkml:trace contextRef="#ctx0" brushRef="#br0" timeOffset="31837.7">28921 8444 3 0,'0'0'27'15,"0"0"-8"-15,0 0-6 16,0 0 1-16,0 0 2 16,0 0-8-16,0 0-5 0,0 0-3 15,0 0 0-15,0 0 1 16,0 0 4-16,0 0 8 15,0 0 7-15,0 0 2 16,0 0 8-16,0 0-1 16,-4 0-2-16,-6 0-3 15,-1 0-5-15,2 0 8 16,0 0 3-16,-3 0-5 16,0 0 2-16,-6 0-1 15,1 0-18-15,-8 0-3 16,5-3 7-16,-6 3 4 15,4-2-6-15,2-1-2 0,-3 3-4 16,5-5 1-16,1 4-1 16,-3-1-3-16,-1-2 3 15,4 2 0-15,-1-3 0 16,6 2 5-16,-4-3-4 16,3 3 3-16,-1-2-2 15,-1 0 2-15,3-1 3 16,-1-1-3-16,1 1 1 15,-1-1 0-15,1-1-2 16,2-1 1-16,-1-2-7 16,-1 2 10-16,2-5-2 15,-3 2-1-15,-2-4-4 16,2 0-2-16,-4 2 0 0,3-1 4 16,-5-4-6-16,5 3 7 15,-1 3-5-15,2-5 3 16,4 7-3-16,-3-3 5 15,3 0-1-15,1 5 1 16,1-2-3-16,0 1 2 16,-1-2-1-16,-3 2 1 15,5 0-4-15,-2-4 3 16,-3 1-3-16,5 1-1 16,-3-5 3-16,-3 3-3 15,2-2 1-15,-3-1 2 16,0 3-2-16,4 2-1 0,-1-2 3 15,3 1-2 1,-1-1 3-16,-2 1-4 0,-1-3-1 16,-1 0 3-16,-1-1-3 15,4 0 2-15,-2-2 3 16,1-1-5-16,3 5 1 16,-2 0 3-16,0-1-3 15,1 4 0-15,1 0-1 16,2-1 2-16,1 1-2 15,0 2 2-15,-1-4 8 16,4 4-10-16,-2-2 5 16,3-2-1-16,-3 2-4 15,3-1 3-15,0-1-2 16,0 0-1-16,0 2 0 16,-2-2 0-16,2 0 3 0,0-1-3 15,0 0 0-15,0 0-1 16,0 1 4-16,0 0-3 15,0-1 0-15,0-2 0 16,0 0 0-16,0-3 2 16,0-2 1-16,0-2-2 15,0 5-1-15,0-5 0 16,0-2 4-16,-3 6-4 16,1 0 0-16,-1-1 0 15,0 4 0-15,3 0 0 16,0 4 0-16,0-1-2 15,0 4 1-15,0-3-1 0,0 2 2 16,0 2 0-16,6-2-2 16,4 1 2-16,-3-3 0 15,3 1 0-15,1-5 0 16,-2 2 2-16,1-3-2 16,-2 3 1-16,-1 0 0 15,-2-2 0-15,3 2-1 16,-3 1 0-16,-2 2 0 15,-2 1 2-15,-1 2-2 16,4-3 2-16,-4 3 0 16,3-1-2-16,-2 0 3 15,4 0-6-15,2 0 3 16,-3 0 0-16,1 3-2 0,2-3 2 16,1 3-2-16,2-1 2 15,-1-2-1-15,2 0 1 16,2 0 0-16,-1-2 1 15,1 1 0-15,-1 0-1 16,0-1 3-16,3-1-3 16,-3 2 0-16,1 2 1 15,-5-2 0-15,0 0 0 16,0-1 0-16,-3-1 0 16,-1 2 4-16,-1 0-3 15,-1 0-2-15,1-1 5 16,1 2-3-16,-1-2 0 0,-1 3-2 15,2-4 0 1,-1 4 0-16,-1-1 4 0,1 0-2 16,1 2 1-16,-1-1 1 15,-1 2-1-15,1 0-1 16,-2 2 4-16,5-3-3 16,0 1 4-16,-2 0-2 15,1-2-1-15,-2 3-2 16,1-3 3-16,0 2-4 15,-3-3 0-15,4 3 3 16,2-3-3-16,-3 0 0 16,1 0 1-16,-2 1-1 15,-2-1-1-15,-1 1 1 16,3 1 5-16,-3-2-5 16,2 3 0-16,1 1 0 0,-3-2 1 15,4 3-2-15,-3 0 2 16,2-4-4-16,-1 3 2 15,4-1 0-15,-4 0 0 16,5 2-1-16,-2 0 1 16,3-2 0-16,-3 4 0 15,-1-3 0-15,2 1 0 16,-1 0-1-16,0 1 1 16,3-1 0-16,0 2 0 15,-2-5 0-15,5 1-1 16,2 0 2-16,-1-3-3 15,-2 3 4-15,2-1-2 0,-1-3 0 16,-4 6 0-16,3-2-2 16,-1-1 2-16,0 2 3 15,-1 0-2-15,-4-1-1 16,1 1 0-16,2 1 0 16,-1 1 2-16,-2-2-4 15,2 2 2-15,0-2 0 16,2-2 0-16,1 2 0 15,0 0 2-15,-3 0-4 16,4-2 2-16,-1 0 0 16,2 2-1-16,-2 0 1 15,2-1-2-15,-2 0 5 16,1 0-1-16,1 0-2 0,-2 1 0 16,-1-1-4-1,0 3 8-15,0-1-6 0,1 0 2 16,1 0 0-16,1 4 0 15,-4-4 0-15,-2 1 0 16,-4 2 0-16,7 2 2 16,-7-3-2-16,4-2 0 15,1 4-3-15,-6-1 3 16,0-1 0-16,0 3 3 16,0 0-2-16,0 0-1 15,0 0 1-15,0 0-1 16,0 0 0-16,0 0 0 0,0 0 0 15,0 0-1 1,0 0-2-16,0 0-2 0,0 0-1 16,0 0 1-16,0 0-2 15,0 0-9-15,0 0-45 16,0 0-19-16,0 6-51 16,0 2 44-16,0-2-115 15,0 0-4-15</inkml:trace>
  <inkml:trace contextRef="#ctx0" brushRef="#br0" timeOffset="33096.18">28469 5992 11 0,'0'0'19'0,"0"0"-1"16,0 0-6-16,0 0-3 16,0 0-2-16,0 0 1 15,0 0 5-15,124 3 6 0,-116-3-1 16,-4 0-3-16,5 0 4 16,-5 0 0-16,4 0-7 15,-2 0-3-15,2 0 2 16,0 0-5-16,-3 0-5 15,10 0 1-15,0 0-1 16,8 0 0-16,-1 0 1 16,1 0-1-16,3 0-1 15,-4 0 0-15,-5 0 0 16,-1 0 2-16,-4 0-4 16,-2 0 1-16,1 0 1 15,-2 0 3-15,0 0-3 16,2 0 0-16,-3 0-2 0,-2 2 1 15,3-2 1 1,-6 0 0-16,-3 0-1 0,0 3 1 16,0-3 0-16,0 0 2 15,0 0 14-15,0 0-10 16,0 1 0-16,0 1-3 16,0 1 0-16,-3 0 4 15,-7 4 5-15,2-1-4 16,-1 1-3-16,-3 0 4 15,3 2-5-15,-3 1 4 16,-1 0 0-16,2-2 0 16,-3 1-6-16,2-1 0 15,1 1 1-15,1-1 0 16,7-2 0-16,-2-1-3 0,1 0-2 16,1-1 1-16,-2-2-1 15,4 1-5-15,-3-3 2 16,-1 3-1-16,5-1 3 15,-3 1 0-15,-2-1 2 16,-4 5-1-16,-4 5 2 16,-2-2 28-16,6 1-14 15,0-2-7-15,5 2-3 16,-4-1 1-16,4-1-2 16,-5 2-3-16,6-3 6 15,-2-2-2-15,2 0-3 0,3-1 0 16,-1-4 1-1,1 2 0-15,0-1 1 0,0 1 0 16,0-3-3-16,0 0 0 16,0 0 2-16,0 0-1 15,0 0 4-15,0 0-3 16,0 0 5-16,0 0 3 16,0 0 3-16,0 0 6 15,0 0 8-15,0 0 0 16,0 0-1-16,0 0-2 15,0 0 1-15,0 0-6 16,0 0-1-16,0 0 1 16,0 0-3-16,0 0-5 15,0 0-8-15,0 0-2 0,0 0-1 16,0 0 0 0,0 0 0-16,0 0-13 0,-5-3-111 15,-20-8-342-15</inkml:trace>
  <inkml:trace contextRef="#ctx0" brushRef="#br0" timeOffset="-205209.9">13824 15295 7 0,'0'0'27'0,"0"0"7"16,0 0-11-16,0 0-9 16,0 0-5-16,0 0 0 15,0 0 9-15,0 0 3 16,0 0 10-16,0 0-1 15,0 0-4-15,0 0-7 16,0 0-7-16,0 0-3 16,0 0-6-16,0 0-3 15,0 0-9-15,0 0 0 16,4 0 5-16,-1 7 4 16,-3-1 11-16,3 1-5 15,-3 0 1-15,1 0-3 16,-1 1 5-16,0-1-2 0,0 0-2 15,0 0-4-15,0 1 4 16,0 0-2-16,0 1 1 16,0-1 3-16,0 1 4 15,0 2-1-15,0-5-5 16,0 3 2-16,-4-1 4 16,-3 2-2-16,1-1 0 15,0-4-7-15,6 0 4 16,-3 2 1-16,0 0-6 15,-4-1 3-15,6 1 1 16,-3 0-3-16,2-2-1 16,-1 2-1-16,2 0 3 15,-2-1-2-15,3-2-1 0,-3 3 0 16,0-1 1-16,-3 0-1 16,3 1 0-16,3 0-1 15,0-4 2-15,-3 4-1 16,3 0 0-16,0-4-1 15,0 1 1-15,0 1 1 16,0-3-1-16,0 1-1 16,0-1 1-16,0 1 0 15,0-3 0-15,0 1-1 16,0-1 1-16,0 4 0 16,0-2 0-16,0 2 0 15,3-1 0-15,3 3 1 0,0-4 0 16,-3 1-1-1,0-1 0-15,1 1 0 0,-2-2 1 16,2 2-1-16,-4-3 0 16,5 0 0-16,-2 0-1 15,3 0 1-15,0 0 2 16,4 0 3-16,5 0 2 16,6 0 0-16,1 0-1 15,4-4 0-15,-1 1 0 16,5 1 1-16,-9-3 6 15,4 2-6-15,-13 0-1 16,-5 3-3-16,0-3-3 16,-7 3 0-16,0 0 0 15,0 0 2-15,0 0 2 16,0 0-1-16,0 0 1 0,0 0 3 16,0 0-4-16,0 0 4 15,0 0 2-15,0 0 13 16,0 0 15-16,0 0-19 15,0 0-9-15,0 0-8 16,0 0-2-16,0 0 1 16,0 0-12-16,0 0-68 15,-11-1-137-15</inkml:trace>
  <inkml:trace contextRef="#ctx0" brushRef="#br0" timeOffset="-203709.54">14565 15351 5 0,'0'0'32'0,"0"0"0"0,0 0 15 16,0 0 1-16,0 0-19 16,0 0-18-16,-22-17-2 15,12 15-6-15,-1 2-3 16,-1 0-2-16,-6 0 2 15,3 0-1-15,-4 0 1 16,0 0 1-16,2 0-1 16,-2 0 0-16,3 2 0 15,3 1-2-15,-3-2 2 16,3 2-1-16,2 3 0 16,-1-4 1-16,2 3 0 0,-3-2-4 15,3 3 4 1,0 2-1-16,1-2 0 0,2 0 0 15,3 2-1-15,-1-2 1 16,5 4 1-16,0-4 1 16,0-3-1-16,0 5 0 15,0-5-3-15,0 0 0 16,0 1 2-16,9-1 0 16,4 1-3-16,0-1 2 15,2 0 2-15,3 0 0 16,0-3-1-16,0 3 1 15,-6-3 0-15,1 1 1 16,-7 3-1-16,0-4 0 16,2 0 0-16,-1 0 0 15,-4 3 1-15,6-3-1 0,-3 0-1 16,1 0 1-16,0 2 0 16,0-2 1-16,-4 0-1 15,3 0 0-15,0 0 0 16,-2 0-1-16,5 0 1 15,-2 0 0-15,7 0 0 16,-5 0 1-16,6 0-1 16,-2 0 0-16,1 0 1 15,-4 0-1-15,-4 0 0 16,-6 0-2-16,3 0-3 16,0 1 3-16,-3 2 1 15,1 0-2-15,2 0 2 0,-1 1 1 16,-2 3-1-16,3 1 0 15,-3 0 1-15,0-1 0 16,0 2 1-16,0 1-1 16,-3-3 1-16,-9 2 3 15,-4 1 1-15,-3-3 0 16,-1 3 0-16,-1-3 2 16,0 3-1-16,2-6 5 15,-5 1-7-15,2 3 4 16,2-6 6-16,-2 1 5 15,1 1-5-15,0-1 1 16,-3-3-1-16,-1 3 1 16,4-3 2-16,3 0 2 0,5 0 5 15,-1 0-1 1,5 0 0-16,-1-3-13 0,1 0-5 16,-1 0-2-16,2 2 1 15,6-2 2-15,1 1 0 16,1 2-6-16,0 0 0 15,0 0-1-15,0 0-4 16,0 0-5-16,0 0-28 16,0 0-57-16,8 0 14 15,14 0-97-15</inkml:trace>
  <inkml:trace contextRef="#ctx0" brushRef="#br0" timeOffset="-202976.25">14806 15380 13 0,'0'0'40'15,"0"0"-8"-15,0 0-12 16,0 0-6-16,0 0-2 0,0 0 0 15,-7-2 12-15,3 2-9 16,1 2-8-16,3 6 18 16,0 1 0-16,0 1-12 15,0 0 10-15,0 3-11 16,0 1 6-16,7 3-2 16,0-1 6-16,1-1 0 15,3 2-5-15,-4 0-5 16,2 0-4-16,-9-1 3 15,7 1 6-15,-2-3-1 16,-2-1-2-16,1-1-8 16,-3-4 1-16,-1-2-5 15,0-1 2-15,4-2-2 16,-4 2 0-16,0-5 0 0,0 3-1 16,0-3-1-16,0 0 3 15,0 0 0-15,0 0 0 16,0 0-3-16,0 0-1 15,0 0-14-15,0 0-43 16,0 0-77-16,0-8-144 16</inkml:trace>
  <inkml:trace contextRef="#ctx0" brushRef="#br0" timeOffset="-201714.07">14929 15337 10 0,'0'0'24'0,"0"0"-13"15,0 0-8-15,0 0-3 16,0 0 0-16,0 0 0 16,61-3 3-16,-41 3 1 15,-1 0 7-15,2 0-4 0,-3 0 2 16,-4 0-2-16,2 0-1 15,-3 0-3-15,-7 0-3 16,-6 3 0-16,0-2 0 16,0 5 1-16,0-1 9 15,0 0 0-15,0 2 3 16,0-2 3-16,-3 6 0 16,-10-5-2-16,-1 5-6 15,5-5 1-15,-4 5 0 16,4-5-1-16,3 3-2 15,-8 1-5-15,7-2 0 16,-5 2 2-16,-1-1-2 16,0-2 1-16,2 0 2 0,-1-1-4 15,-2-2 5 1,-1 1 5-16,5 0-1 0,-3-2 3 16,-1-1-4-16,5-2-3 15,-4 2 1-15,7-2 1 16,0 0-3-16,6 0 4 15,0 0 3-15,0 0 2 16,0 0-1-16,0 0-2 16,0 0 2-16,0 0-6 15,0 0-6-15,3 0-4 16,3 0 4-16,0 0-1 16,4 0-4-16,0 0 3 15,6 0 2-15,0 0 1 16,1 0-1-16,2 0 0 0,-3 0 0 15,4 0 0-15,-4 0-4 16,-3 0 1-16,4 3 0 16,-8-1-1-16,4 1 3 15,-3 4 1-15,-4-4-5 16,8 1 4-16,-8-1-1 16,0 1 1-16,1-1-1 15,-2 3 2-15,3-3-1 16,2 4-1-16,-4 0 2 15,0 0 0-15,-3-2 0 16,1 3-1-16,-4 1 1 0,0-2-1 16,0-3 1-1,0 5 0-15,0-2 0 0,0-4 0 16,0 4 0 0,0-3 0-16,-13 1 0 0,-3 3 2 15,-1 2 7-15,-2-3-8 16,0 2 7-16,5-6-1 15,-1 0-1-15,-2 2 4 16,1-3-2-16,-5 1-1 16,7 0 7-16,0-3 9 15,2 0 8-15,-3 0-7 16,3 0-5-16,-1 0 5 16,7 0-4-16,-1 0-5 15,4 0-1-15,3 0-1 0,0 0-6 16,0 0-7-16,0 0 0 15,0 0-2-15,0 0-3 16,0 0-13-16,0 0-60 16,0 0-98-16,0 0-99 15</inkml:trace>
  <inkml:trace contextRef="#ctx0" brushRef="#br0" timeOffset="-200009.72">24175 15509 22 0,'0'0'32'0,"0"0"-1"16,0 0-2-16,0 0-7 16,0 0-5-16,0 0-7 15,-4-2-1-15,4 2-1 16,0 0-8-16,0 0 0 16,0 0 0-16,0 5 9 15,0 2 6-15,6 0 3 0,5 3 7 16,2-1-9-16,-3 5 0 15,0-3 5-15,-1 5-2 16,-1-4-5-16,-2 2 0 16,1-1-1-16,-2 2-3 15,2 3 2-15,-5-2-4 16,5 1 9-16,-7 0-1 16,0 6 3-16,0-6 5 15,0 0-5-15,0-2 12 16,0-2-25-16,0-2 6 15,0-5-6-15,0 0-2 16,0 1-1-16,0-3 2 16,0-1-4-16,0 0-1 0,0-3 1 15,0 0 1 1,0 4 0-16,0-4-1 0,0 0-1 16,0 0 0-16,0 0-19 15,0 0-39-15,4 0 5 16,6-7-90-16,0 0-67 15</inkml:trace>
  <inkml:trace contextRef="#ctx0" brushRef="#br0" timeOffset="-198842.12">24315 15516 11 0,'0'0'19'0,"0"0"-17"16,0 0-2-16,0 0 0 15,0 0 0-15,0 0 13 16,0 3-2-16,0-3 6 16,0 3 3-16,0 1-4 15,6-1-1-15,1 4-3 16,0-1 2-16,5 2-5 16,-6-2 2-16,10-3-3 15,1 7 3-15,0-3 4 0,4-4 7 16,-4 4-4-16,-4-2-1 15,1-1-7-15,-8 0 2 16,-3 0-2-16,-2-2-5 16,-1 1 4-16,3-3-1 15,-3 1-3-15,4 2-1 16,-4-3 2-16,2 3 1 16,1 0 0-16,-3-3 1 15,1 0-3-15,-1 0-3 16,0 0 3-16,0 0 2 15,3 0 0-15,0 0 3 16,-1 0 3-16,1 0 5 0,4 0 12 16,7-3-1-16,-2-3-21 15,2-4-8-15,3 2 3 16,2 0-3-16,0-4 2 16,1 0-2-16,-4 5 0 15,-2-3 0-15,-1 1 0 16,-2 2 0-16,-4 0 1 15,3 1-1-15,0 2 0 16,5-3-3-16,-2 2 2 16,-2 0 1-16,-2 0 0 15,-4 5 0-15,0-3 0 16,-2 2-1-16,-3 1 0 16,0 0-2-16,0 0-2 0,0 0-1 15,0 0-5-15,0 0-1 16,0 0-4-16,0 7 16 15,0 0 0-15,0 3 1 16,0-1-1-16,0 1 2 16,0 3-1-16,0 0 1 15,0-3 1-15,0 4 0 16,0-4 4-16,0 2-4 16,0-2 3-16,0 2-2 15,0 0 6-15,0 1-4 16,0-4 2-16,0 5 1 15,0-1-7-15,0 1 6 16,0-1-3-16,0 0 2 16,0-3-2-16,1-3-4 0,2 0 2 15,2 2-3-15,-2-5 0 16,1 1 2-16,4 0 1 16,-7 0-2-16,-1-5 0 15,0 4 1-15,0-4-2 16,2 0 3-16,1 0-3 15,0 0 0-15,-2 0-12 16,2 0-28-16,5 0-66 16,2 0-128-16</inkml:trace>
  <inkml:trace contextRef="#ctx0" brushRef="#br0" timeOffset="-197658.37">25543 15494 20 0,'0'0'17'0,"0"0"-12"16,0 0 7-16,0 0 23 15,0 0-13-15,0 0-8 16,-15-10 4-16,3 9-4 16,2 1 13-16,-5-3-12 0,-3 3-9 15,1-3-1 1,-7 1-4-16,5 0 2 0,-4-1 0 15,1 0 3-15,-3 3-3 16,1-4 0-16,2 4-3 16,2 0-3-16,0 0 2 15,-6 0 1-15,0 0-1 16,-7 7 0-16,3 0 0 16,0 3-1-16,5 0 0 15,2 2 0-15,2-2-1 16,8 4 3-16,-4-5 0 15,8-1 0-15,6-2-1 0,3 0-1 16,0 1-2 0,0-5 2-16,0 3 2 0,8-5 2 15,7 3 3-15,3-3 1 16,-5 4-6-16,7 1 1 16,-7-3-1-16,5 1 0 15,1-1 0-15,-5 1 0 16,3-2 0-16,-1 3 0 15,-3-2 2-15,2 1-2 16,-9-2 2-16,6 2-4 16,-5 0 2-16,-1-3-1 15,2 3 2-15,-3-3-2 16,1 5 4-16,-1-5-3 16,3 2 0-16,-2-2 0 15,2 0 0-15,3 3 0 0,-2-2 0 16,0 2 1-1,-2-1-1-15,2 1 0 0,-4 0 0 16,-1 2 0-16,0-2 0 16,-1 1 0-16,-1 3 0 15,-2-1 1-15,0 0 0 16,0 4 2-16,0-4 0 16,0 5 1-16,0-5-3 15,-2 2 1-15,-9-4 4 16,2 4 0-16,-3 2-1 15,0-6 2-15,3 3 5 16,0-4-7-16,-3 3 4 0,-2-5 5 16,-5 2 1-16,1 0-2 15,-6-1-3-15,-1 0 6 16,0-2-1-16,-2 3-2 16,2-3-1-16,0 0 0 15,2 0 1-15,0 0-4 16,3 0 6-16,0 0-4 15,2-3 1-15,3 1-1 16,8-3 5-16,0 2 4 16,3-1-8-16,0 4-4 15,1-3-5-15,3 3-3 16,-2 0 0-16,2 0-6 16,0 0-17-16,0 0-54 15,2 0-62-15,13 0-6 16</inkml:trace>
  <inkml:trace contextRef="#ctx0" brushRef="#br0" timeOffset="-196993.28">25641 15519 1 0,'0'0'33'15,"0"0"5"-15,0 0-22 16,0 0-16-16,0 0-4 16,0 0 4-16,0 0 1 15,0 7 13-15,0 3 6 16,0-1 10-16,0 5-3 16,0-2 7-16,0 3 7 15,0 2-11-15,0-2-5 16,0 1-12-16,0 2 4 15,0-2-2-15,0 0 0 16,0 1-5-16,0-3 2 16,0-2-6-16,0-1 1 15,0-4 0-15,0 2-1 0,-1-5 0 16,1-1-3-16,-3-1 1 16,3-2-2-16,0 0-1 15,0 0 2-15,0 0-2 16,-4 0-1-16,-1 0-25 15,-2 0-58-15,0-2-86 16</inkml:trace>
  <inkml:trace contextRef="#ctx0" brushRef="#br0" timeOffset="-195721.72">25558 15526 120 0,'0'0'2'0,"0"0"20"15,0 0 28-15,0 0-22 16,0 0-18-16,0 0 3 0,-12-14-6 16,12 9 3-16,0-2 3 15,0 1 0-15,6 2-3 16,3 1-1-16,3-1-4 16,4-2-5-16,3 4-4 15,4-3 3-15,-1 2 0 16,2 0 0-16,-6 2 1 15,-2 1-1-15,-6 0-4 16,1 0 0-16,-3 0-1 16,4 0 5-16,-2 1-1 15,5 5-1-15,-2 1 3 16,-1 0 0-16,1 1 0 16,-3 0-1-16,-1-4 1 15,-3 4 0-15,-2-1 0 0,-2 0 0 16,-2 0 0-16,0 2 1 15,0-1 0-15,0-2-1 16,0 0 2-16,0 1-2 16,0 0 0-16,-9-4 0 15,0 4 4-15,-7-5 6 16,-1 5-8-16,-4-3 5 16,0 2 2-16,2-2-5 15,1 2-2-15,6-3-1 16,-3 2 0-16,3-5 2 15,5 2-1-15,1-2-1 16,6 0-1-16,0 0 0 0,0 0 5 16,0 0-3-16,0 0 2 15,0 0 1-15,0 0-2 16,0 0-1-16,0 0-2 16,0 0-1-16,6 0 0 15,6 0 1-15,5 0-4 16,5-2 4-16,-2 2-2 15,4 0 2-15,-6 0 0 16,-2 0-1-16,0 0-2 16,-3 0 3-16,-7 0-3 15,1 0 2-15,-2 0-5 16,-1 2 3-16,1 1 0 16,-1 1 3-16,2 1 1 15,0 0-1-15,3-2 0 16,-5 1 0-16,4 1 0 0,-3 3 0 15,-2-5 1-15,-3 3-1 16,3-3 0-16,-3 1-1 16,0-1 1-16,1 0 0 15,-1 1 1-15,0-1-1 16,0 1 0-16,0-1 0 16,0 3 0-16,0 2 0 15,0-5 0-15,0 6 0 16,-7-4 0-16,-3 0 1 15,3 2 0-15,-2-3-1 0,3 2 0 16,-1-2 0 0,-1-1 0-16,-1 2 0 0,2 0 0 15,2-3 0-15,-2 1 0 16,0-1 0-16,-1 0 2 16,0-2 0-16,1 3 2 15,-2 0-2-15,5-3-1 16,2 0 0-16,-1 0 2 15,3 0 4-15,0 0 5 16,-3 0 13-16,2 0 15 16,-7 0-13-16,-2 0-19 15,-2 0 2-15,-4 0-3 16,3 0-4-16,1 0 6 16,2 0 3-16,3 0-3 15,4-3 8-15,3 3 7 0,0 0-11 16,0 0-6-16,0 0-7 15,0 0-3-15,0 0 1 16,0 0-4-16,0 0-12 16,0 3-112-16</inkml:trace>
  <inkml:trace contextRef="#ctx0" brushRef="#br0" timeOffset="-185027.15">6546 7137 3 0,'0'0'29'0,"0"0"-6"15,0 0 2-15,0 0 7 16,0 0 6-16,0 0 4 0,0 0 1 15,-3-1-10-15,-1 1-19 16,4 0-10-16,0 0-4 16,0 0-4-16,0 0-7 15,0 8 9-15,7 4 2 16,10 2 0-16,2-1 2 16,5 3 0-16,0 1 2 15,3 0 2-15,1-1 0 16,2 3 0-16,-2 1-2 15,-4 0 1-15,3 0-3 0,-9-1 1 16,6-2 6 0,-5 2-7-16,-1 1 4 0,-6-3-1 15,0-4-4-15,-9 3 7 16,4-4-3-16,-4 1 2 16,-3-1 1-16,0-1-3 15,3-2-1-15,0-3 1 16,0 1-4-16,0-6 6 15,-3 1-6-15,0-2 0 16,0 0 2-16,0 0 7 16,0 0 7-16,0 0 15 15,5 0 23-15,-5-7-5 16,3-4-39-16,-3-7-7 16,7-4-4-16,-1-5 1 15,0 0-2-15,0 0 0 0,-3-2 1 16,-3 7 0-16,0-2 2 15,0 1-2-15,0 3 0 16,0 3-1-16,0-2 2 16,0 2-1-16,0 0 0 15,0 1-1-15,0 2 1 16,0 3-1-16,3 1 1 16,-3 2 1-16,0-1 0 15,0 4-1-15,0 0 1 16,0 1 0-16,0 3 0 15,0-1 1-15,0 1-1 16,0 1-1-16,0 0-3 0,0-2 1 16,0 1-11-16,0 1-8 15,0 0 5-15,0 0 4 16,0 0-2-16,0 0-11 16,0 0-14-16,0 0-37 15,0 0-39-15,7 7-61 16</inkml:trace>
  <inkml:trace contextRef="#ctx0" brushRef="#br0" timeOffset="-183986.17">7407 7433 14 0,'0'0'17'16,"0"0"25"-16,0 0 4 15,0 0-16-15,0 0 1 16,0 0 3-16,-45-9 0 16,26 9-12-16,-5 0-10 15,0 0 6-15,-10 0-11 16,4 5-7-16,-3 2 2 15,-1 1-2-15,4 2 0 16,6 0 0-16,3 4-2 0,5-2 0 16,2 4-3-16,7-2 3 15,1 2-4-15,6-4 3 16,0 2 0-16,0-3 2 16,6 2-3-16,7-3 4 15,1-3 0-15,2 0-1 16,-1-3 2-16,3 0-1 15,0 2 0-15,6-2 1 16,-2 0 0-16,2 2-1 16,-6-1 3-16,3-3-3 15,-2 2 1-15,-7-1 0 16,-1-1-1-16,-1-2 0 0,-4 0 1 16,-3 0 2-1,0 0-3-15,0 0 1 0,0 0-1 16,4 0 0-16,-1 3 0 15,-1-3 2-15,4 3-2 16,-3-3-1-16,1 1 1 16,2-1 0-16,-3 0 1 15,2 0-1-15,-1 0 1 16,-1 0 2-16,-3 0 0 16,0 0-1-16,-3 0 1 15,0 0-1-15,0 0 1 16,0 0-3-16,0 0-4 15,0 0-5-15,0 0-27 0,0 0-51 16,0 0-53 0</inkml:trace>
  <inkml:trace contextRef="#ctx0" brushRef="#br0" timeOffset="-182889.05">7671 7391 48 0,'0'0'43'16,"0"0"-12"-16,0 0 6 0,0 0 17 16,0 0-4-16,0 0-13 15,0-5-17-15,-9 5-8 16,-3 0-4-16,0 0-8 16,-1 0 0-16,-4 4 0 15,-5 0 0-15,1 5 2 16,6-2-2-16,2 0 1 15,-4 0-1-15,4 2 0 16,4 2 0-16,0-2 0 16,2-1 0-16,7 1 0 15,-3 2-3-15,3-2 3 16,0 0-1-16,0 2 0 0,0-1 1 16,0-2 1-1,0 0-1-15,0 1-1 0,0-5 0 16,3 5 1-16,4-2 0 15,-1 0 0-15,0-3 1 16,0 2-1-16,-3 1 0 16,7-1 1-16,-2-2-2 15,1 1 1-15,1 1 0 16,-1-2 0-16,0 0 0 16,3-1 0-16,-3 0 0 15,3-2-1-15,-2-1 2 16,1 3-1-16,-5-3 1 15,-3 1 0-15,4-1 1 16,-7 0 0-16,3 0-1 0,-3 0 1 16,6 0 0-16,-3 0 1 15,0 0 3-15,3 0 2 16,-3 0 0-16,-3 0-6 16,0 0 9-16,0 0 2 15,3 0 2-15,3-1 0 16,-3 1-2-16,0-3-2 15,-3 3-3-15,0 0-2 16,0 0 2-16,0 0 5 16,0 0 0-16,0 0 1 15,0 0-6-15,0 0-3 16,0 0 1-16,0 0-2 16,0 0 1-16,0 0-1 0,0 0 4 15,0 0 2-15,0 0-7 16,0 0 5-16,0 0-3 15,0 0-1-15,0 0-2 16,0 0-1-16,0 0-1 16,0 0 3-16,0 0 2 15,0 0 0-15,0 0-3 16,0 0 4-16,0 0-3 16,0 0-1-16,0 0-2 15,0 0 0-15,0 0-23 16,-6 0-156-16,-27 0-231 15</inkml:trace>
  <inkml:trace contextRef="#ctx0" brushRef="#br0" timeOffset="-119762.06">762 8571 5 0,'0'0'33'0,"0"0"-16"16,0 0 7-16,0 0 1 15,0 0 3 1,0 0 2-16,0 0-4 0,0 0-16 16,-5-4-8-16,4 4 2 15,1 0-4-15,-3 0 1 16,3 0 1-16,0 0 8 15,-3 0 12-15,3 0 3 16,-2 0-1-16,2 0-3 16,0 0 2-16,0 0-6 15,0 0-6-15,0 0-2 0,0 0-6 16,0 0-1-16,0 0-2 16,0 0-4-16,0 0-2 15,0 0-5-15,8 0 5 16,14 0 6-16,8 0 2 15,12 3 6-15,7-3 7 16,12 0 3-16,5 0-8 16,-2 0-2-16,3 0 0 15,-4-3 2-15,-2-2-8 16,-3 3 2-16,-7-2-2 16,-14 1 1-16,-13 0 3 15,-12 0 1-15,-6 3 4 16,-6 0 21-16,4 0 14 15,-4 0-13-15,0 0-11 0,0 0-7 16,0 0 0-16,0 0 9 16,0 0-1-16,0 0-6 15,0 0-6-15,0 0-4 16,0 0-7-16,0 0 0 16,0 0-2-16,0 0-32 15,0 0-73-15,-10 0-68 16,-7-7-213-16</inkml:trace>
  <inkml:trace contextRef="#ctx0" brushRef="#br0" timeOffset="-118697.11">1451 8050 7 0,'0'0'9'15,"0"0"-1"-15,0 0-1 16,0 0 12-16,0 0-13 15,0 0 8-15,0-25 0 16,0 22 12-16,0 1-11 16,0 2 4-16,0 0 5 15,0 0 15-15,0 0-1 16,0 0-14-16,0 0-20 16,0 0-4-16,0 0-5 15,-3 0-5-15,3 0-1 16,0 2 7-16,0 7 4 15,0 0 4-15,0 1 1 16,0 1 10-16,0 3 4 0,0-1-10 16,0 0-4-16,0 1 2 15,0 0 3-15,0 0-2 16,0-1 1-16,0-1-4 16,-5 5 2-16,1-3-2 15,-2 3 2-15,-3-1 3 16,6-2-4-16,-3 2-1 15,-1-4 0-15,4 3-1 16,0-4-1-16,1-1 1 16,2 0-4-16,0-1 1 15,0 0 0-15,0-2 0 16,0 3 1-16,0 0-2 0,0-3 2 16,5 3-2-1,-2 0 1-15,-3 3 0 0,0-3-1 16,0 2 2-16,0 0 0 15,0-3-2-15,0 1 0 16,0 0 2-16,0 0 1 16,0-3 0-16,-3-2-2 15,0 2 2-15,3-4-1 16,-2 0 0-16,2 0 4 16,0-2-2-16,-3 3 4 15,2-1-2-15,1 0 6 16,-6 0-7-16,6 0-1 15,0 0-1-15,-2-1-2 0,2 1 4 16,0-3-4 0,0 0-1-16,0 0-1 0,0 0-73 15,0 0-43-15,0-8-101 16</inkml:trace>
  <inkml:trace contextRef="#ctx0" brushRef="#br0" timeOffset="-116795.66">1443 8078 37 0,'0'0'18'16,"0"0"-4"-16,0 0 9 0,0 0-8 16,0 0-13-16,0 0-2 15,0 0-3-15,3 0 3 16,11 0 20-16,4 0 5 15,3 0 8-15,10 0-13 16,3 0 8-16,8 0 0 16,3 0-7-16,7 0-9 15,5 0-3-15,-5-4-3 16,-3 0-1-16,-6 2-3 16,-5-2 1-16,-7 4 3 15,-6-3-5-15,-8 3 1 16,5 0 2-16,-7 0 1 0,6 0-2 15,-2-3-2-15,8 3 3 16,3 0-2-16,9-1-2 16,1 1 0-16,-1 0 0 15,-2 0 1-15,-1 0 1 16,-6 0-2-16,-2 0 1 16,-1 0-1-16,-2 0 0 15,-8 0 1-15,-4 0 0 16,-10 0-1-16,0 0 0 15,-3 0 6-15,0 0 13 16,0 0 10-16,0 0-7 16,0 0-14-16,0 0-4 15,0 0-4-15,0 0-1 16,0 0-4-16,0 0 0 16,0 0-4-16,0 4 9 0,0 2 2 15,0 1 2-15,-3 0-3 16,0 2 0-16,-7 2 3 15,7-1-4-15,-5 0 0 16,4 0 1-16,1 2 0 16,-6-1-1-16,3 3 1 15,-3-5 0-15,3 4 0 16,-2 1-1-16,0-2 0 16,0 4 3-16,-1 1-3 15,-1-3 0-15,1 2-1 16,1-2 1-16,1-1 0 15,7 3 0-15,0 0 0 0,0 1-2 16,0-3-1-16,9-1 3 16,-3-3 0-16,0 0 2 15,-3-1-1-15,0-1-1 16,1-3 3-16,-4-1-3 16,3-1 0-16,-3-1 1 15,0 1 0-15,0-3-1 16,0 0 0-16,0 0 0 15,0 3 0-15,0-1 3 16,0-2-2-16,0 3-1 16,0 0 2-16,0-2-1 15,0-1-1-15,0 3 0 16,-7-1 1-16,4 2 1 0,0 0 0 16,-5-1-2-1,2 1 0-15,0 1 0 0,-1 0 0 16,4 2 0-16,0-5-1 15,3 1-2-15,0-3 2 16,0 4 0-16,0-4 0 16,0 0 0-16,0 1-3 15,0-1 2-15,0 0-1 16,0 2 1-16,0-2 1 16,0 0 1-16,0 0 0 15,0 3-4-15,3-3 2 16,0 0 2-16,3 0 0 0,-5 3 1 15,2-3 0 1,0 0 1-16,-1 0-2 0,2 1 0 16,-4 1 0-16,2-2-2 15,-2 0 0-15,0 1 0 16,0-1-3-16,0 0 5 16,0 0 1-16,0 0 0 15,3 0-1-15,0 0 0 16,-3 0 0-16,0 0-1 15,3 0-2-15,7 0 1 16,2 0 2-16,12 0 4 16,10 0-2-16,7 0 1 15,9 0-1-15,-2 0-1 0,1 0-1 16,2-3 0 0,-6 2 0-16,-2-2 0 0,-6 0 0 15,-7 3 0-15,-6 0 3 16,-9-2-3-16,1 1 0 15,-4-3 2-15,3 1 4 16,0 2-1-16,6 0-2 16,4-3-3-16,2 1 1 15,3 3 2-15,-6-3-2 16,-2 3-1-16,-4-2 0 16,-3-1 1-16,-6 3-1 15,-3 0 0-15,-6 0 1 0,0 0 2 16,0 0 2-1,0 0-1-15,0 0 1 0,0 0-5 16,0 0-3-16,0 0 3 16,0 0 5-16,0 0 1 15,0 0 0-15,0 0-6 16,-15 0-43-16,-10 0-158 16</inkml:trace>
  <inkml:trace contextRef="#ctx0" brushRef="#br0" timeOffset="-116019.38">3287 8031 60 0,'0'0'15'0,"0"0"47"15,0 0-23-15,0 0-10 16,0 0 2-16,0 0-11 16,-21-9 3-16,21 7 6 15,0 2 1-15,0 0-9 16,0 0-11-16,0 0-4 15,0 0-5-15,0 0-1 16,0 0-5-16,0 0-6 16,0 5 1-16,0 5 9 15,0 2 1-15,0 2 3 0,0 3 1 16,-4 0-1 0,4-1-2-16,-3 1 3 0,0 1 2 15,0-1 3-15,3-1-5 16,-3 4 1-16,0-3-2 15,1 3 3-15,-2-2-6 16,1 2 4-16,-3-4-2 16,3 0 1-16,-3 0-1 15,3-3-1-15,-3 1 0 16,0-2 6-16,-3-1-5 16,5 3 1-16,-1-5-2 15,2 1 0-15,0-4 2 0,3 0-1 16,0-1-1-1,0-5-1-15,0 0-2 0,0 0 2 16,0 0 0-16,0 2 0 16,0-1 0-16,0-1 2 15,0 3 1-15,0-3-1 16,0 2 0-16,0-1 0 16,0 1 0-16,0 1-2 15,0-3-44-15,0 0-52 16,0 0-51-16</inkml:trace>
  <inkml:trace contextRef="#ctx0" brushRef="#br0" timeOffset="-114677.64">3256 8028 20 0,'0'0'23'0,"0"0"8"16,0 0-18-16,0 0-13 15,0 0-7-15,0 0 2 16,0-3 3-16,0 3 2 16,3 0 28-16,13 0 7 15,5 0-1-15,3 3-4 16,9-2-6-16,7-1 12 15,5 0-14-15,1 0-4 16,2 0-6-16,1 0-6 16,-7 0 2-16,-5 0-7 15,-6 0 0-15,-8 0 2 16,-7 0-3-16,1-1 0 16,-4 1 0-16,5-3 7 0,1 3 5 15,5-3-3-15,6 1 0 16,6-3-1-16,7 2-2 15,0-3-1-15,-1 3-3 16,-12 3-2-16,-6-4 0 16,-12 4 0-16,-12 0 0 15,4-1 2-15,-4 1 4 16,0 0 5-16,0 0-4 16,0 0-5-16,0 0-2 15,0 0 2-15,6-3-4 16,-3 3 4-16,0 0-2 15,3 0 5-15,-3 0-2 0,-3 0-3 16,0 0 1-16,0 0 0 16,0 0 0-16,0 0 1 15,0 0-2-15,0 0-4 16,0 0 2-16,0 0-4 16,0 0 1-16,0 3-6 15,0 5 11-15,0 6 5 16,0-2 1-16,0 3-1 15,-3-1 1-15,-9 3-6 16,-1 0 2-16,1-1-2 16,-6 2 2-16,6 1-2 15,-4-2 0-15,2 0 2 16,2 4 0-16,2-3-1 0,7-3-1 16,-5 6-1-16,2-6 1 15,-1-1 2-15,4 1-2 16,0-1 0-16,0-1 0 15,3 1 0-15,0-1-1 16,0 1 0-16,0-2 1 16,0-3 0-16,0-2 3 15,0-2-3-15,0 1 4 16,0-3-3-16,3 0-1 16,0-3 0-16,-3 1 0 15,0-1 1-15,0 0 1 16,0 0-2-16,0 0 0 0,0 2 0 15,0-2 0 1,0 0 1-16,0 0-1 0,0 0 1 16,0 0 0-16,0 0-1 15,0 0 1-15,0 0-1 16,3 0-3-16,-3 0-2 16,13 0-3-16,-2 0 8 15,14 0 7-15,14 0-2 16,13 0 0-16,14 0-2 15,14 0 0-15,11 0-3 16,14 0 0-16,-1 0 2 16,-10 0-2-16,-12 0 0 15,-25-2 0-15,-17 1 0 16,-15 1 2-16,-13 0 5 16,-4 0 27-16,2 0 32 0,-4 0-10 15,3 0-20-15,-1 0-15 16,-1 0-8-16,-1 0-5 15,-3 0-8-15,0 0 1 16,0 0-1-16,0 0 0 16,-3 0 0-16,0 0 0 15,0 0 0-15,0 0-35 16,0-3-112-16,0-1-22 16,-15-1-182-16</inkml:trace>
  <inkml:trace contextRef="#ctx0" brushRef="#br0" timeOffset="-113978.59">4889 7992 9 0,'0'0'63'0,"0"0"-37"15,0 0 12-15,0 0-24 16,0 0-14-16,0 0-1 16,0 0 1-16,0 2 10 15,0 4 17-15,0 3 13 16,8 2-18-16,-1 1 3 0,-1 5-5 15,0-2-1 1,0 2-5-16,7 2-8 0,-4-1-1 16,-1-3 1-16,-2 3 1 15,1-1-4-15,-7 1 6 16,3 0-2-16,-3-1 0 16,0-2 1-16,0 2 3 15,0-1-5-15,0-2 0 16,0-1 4-16,0-3-3 15,0-1-2-15,0-2 0 16,-3-4-3-16,3 4-1 16,0-4-1-16,0 0 2 15,0 0-1-15,0-2 1 16,0 2-1-16,0 1-1 16,0-4 0-16,0 3 0 0,0 0 3 15,0-3-2-15,0 3-1 16,0-3 2-16,0 0-1 15,0 0-1-15,0 0-67 16,0 0-49-16,0-3-107 16</inkml:trace>
  <inkml:trace contextRef="#ctx0" brushRef="#br0" timeOffset="-112813.91">4913 8022 17 0,'0'0'44'15,"0"0"7"-15,0 0-8 16,0 0-19-16,0 0-22 16,0 0-2-16,6-2 0 0,16 2 4 15,11 0 21-15,6-5-6 16,10 5-5-16,2-3-1 15,9 3 1-15,-5 0-2 16,6 0-1-16,-3 0-3 16,-6 0-1-16,-10-1 3 15,-2-1-4-15,-14 1 0 16,-4-1 1-16,-1 2 5 16,-9 0-1-16,7-3 8 15,-5-1 2-15,8 3-4 16,-10-3-1-16,6 1 1 0,-6 1-9 15,-5 2-4 1,-4 0-1-16,0 0-3 0,-3 0 0 16,0 0-4-16,0 0 4 15,0 0-3-15,0 0 0 16,0 0 3-16,0 0-2 16,0 0-4-16,0 0-4 15,0 3 8-15,0 8 2 16,0-2 0-16,0 7 2 15,0-2 1-15,0 1-1 16,0-1 1-16,0 5-1 16,-3-5-2-16,0 2 1 15,-4-3-1-15,1 5 0 16,0-4 0-16,0 3 1 16,3 0-1-16,0 0-2 0,3 2 1 15,0-2 1-15,0-3 0 16,0 3 0-16,0-4-1 15,0-3 1-15,0-1 1 16,0 1-1-16,0 0 0 16,0-3 0-16,0 2 2 15,0-2-2-15,0 0 0 16,0-1 0-16,0-1 0 16,0 0 0-16,0-1 0 15,0-1 1-15,0-1-1 16,0 0 1-16,0 1 1 15,0-3-2-15,0 0 2 0,0 0-2 16,0 0 1-16,0 0-1 16,0 0 0-16,0 0-1 15,0 0-1-15,4 0 0 16,20 0 2-16,12 2 8 16,25-2-6-16,17 0 3 15,23 0-4-15,17 0 0 16,4 0 0-16,8 0-1 15,-6 0 0-15,1 0 0 16,-13 0 1-16,-21 0-1 16,-27 0 0-16,-25 0 1 15,-21-2 2-15,-12-1 36 16,0 3 97-16,-3-2-38 0,3 2-42 16,1-1-24-1,-4 0-18-15,3 1-7 0,-3-2 1 16,2 2-3-16,-2 0-3 15,-3-1-1-15,3 1 0 16,-3 0-2-16,4 0 2 16,-4 0-3-16,0 0-16 15,-49 0-120-15,-39-3-302 16</inkml:trace>
  <inkml:trace contextRef="#ctx0" brushRef="#br0" timeOffset="-105363.7">2176 8289 14 0,'0'0'18'0,"0"0"3"15,0 0-7-15,0 0 4 16,0 0 6-16,0 0-2 16,0 0 3-16,0-3-5 15,0 3-15-15,0 0-5 16,0 0-2-16,0 0-1 16,0 0-5-16,0 0-1 15,0 0 1-15,0 0 8 16,0 3 4-16,7-1-2 0,1 0 4 15,-5 1-2-15,7 1 1 16,-7-1 2-16,3 0-2 16,-1-1 2-16,1 0 0 15,-2 1-1-15,5-1-2 16,-6 3 0-16,3-3 2 16,0-2 0-16,0 6-2 15,3-2 1-15,-2-4 1 16,-2 3-2-16,4 0 2 15,1 0-4-15,-4-2 4 16,2 2-2-16,-7 1-1 16,4-4 3-16,2 3 1 15,-7-3-2-15,6 3-1 16,0 0-2-16,-3-3 3 0,0 3-3 16,3-3-1-16,0 4 2 15,-5-4-2-15,2 4-1 16,2-4 0-16,-2 3 0 15,-2-3 2-15,1 0 0 16,4 0-2-16,-6 4 0 16,3-2 0-16,0-2 1 15,1 3-1-15,-1-3 0 16,-3 1 1-16,0-1 1 16,0 0-2-16,0 0 1 15,0 0-1-15,3 3 0 0,-3-2 0 16,0-1 2-1,3 2-1-15,3-1 0 0,-3 0-1 16,-1-1 0-16,-2 2 2 16,0-2-2-16,0 0 0 15,0 0 0-15,0 0 3 16,0 0-1-16,0 0 2 16,0 0-3-16,0 0 0 15,0 0 0-15,0 0 2 16,0 0 0-16,0 0 6 15,0 0-4-15,0 0 3 16,3 0 1-16,-3 0-1 16,0 0-2-16,0 0-2 15,0 0-4-15,0 0 1 16,3 0-1-16,-3 0 1 0,2 0 0 16,-2 0 1-16,0 0 0 15,0 0 0-15,0 0 2 16,0 0 3-16,3 0-2 15,-3 0 7-15,2 0 3 16,1 0 3-16,0 0-7 16,0 0-2-16,0 0-9 15,3-2 0-15,-6 0 0 16,6 0 0-16,6 1-2 16,-3-3 2-16,7 1 4 15,-2-3-4-15,-1 3-1 16,-4-1 1-16,3 4 0 15,0-4 0-15,-5 4 2 16,-2-3-1-16,-2 0-1 0,0 3 2 16,3 0-1-16,-2-3-1 15,-1 3 1-15,0-1-1 16,0-1 0-16,0 2 0 16,-3 0-1-16,5-4 1 15,-2 4 3-15,-3 0-3 16,0 0 3-16,0 0 1 15,1 0 5-15,-1-3-4 16,0 3-1-16,0 0-2 16,3 0 1-16,-1 0-3 15,5-1 0-15,-7 1 0 16,0-2 0-16,6 1 1 16,-3-2-1-16,0 3 0 0,0 0-2 15,0-3 2-15,-3 3 1 16,0 0 2-16,0 0 0 15,0 0-3-15,0 0 2 16,0 0-1-16,0 0 3 16,0 0-2-16,0 0 3 15,0 0 4-15,0 0 2 16,0 0-7-16,0 0 5 16,0 0-5-16,0 0-4 15,0 0 0-15,0 0 0 16,0 0 1-16,0 0 2 15,0 0-3-15,0 0 1 0,0 0-1 16,0 0 0-16,0 0 0 16,0 0 0-16,0 0 0 15,0 0 0-15,0 0 1 16,0 0 0-16,0 0 0 16,0 0 1-16,0 0-1 15,0 0 0-15,0 0-1 16,0 0-1-16,0 0 0 15,0 0 1-15,0 0 1 16,0 0-1-16,0 0 1 16,0 0-1-16,0 0 0 15,0 0-1-15,0 0 1 0,0 0-1 16,0 0-1-16,0 0 1 16,0 0 1-16,0 0-2 15,0 0 1-15,0 0-2 16,0 0-8-16,0 0-61 15,0 0-52-15,-9 0-69 16,-7 3 23-16</inkml:trace>
  <inkml:trace contextRef="#ctx0" brushRef="#br0" timeOffset="-100667.29">2230 8266 9 0,'0'0'25'0,"0"0"2"15,0 0-10-15,0 0 0 16,0 0 2-16,0 0-3 16,0 0 3-16,0 0-7 0,0 0-1 15,0 0-4 1,0 0-1-16,0 0-6 0,0 0 0 16,0 0-3-16,0 0-1 15,0 0-2-15,0 0-2 16,0 0-1-16,0 0 7 15,0 0-1-15,0 3 3 16,0 2 0-16,0-3 1 16,0 2 2-16,0 1-3 15,4-4 0-15,-1 3-1 16,-3-1 1-16,0 0 1 16,3 0 0-16,-3-1 0 15,0 0 0-15,0 3 4 16,3-3-4-16,-3 1 0 15,3-1 3-15,0 3 0 0,-3-3-2 16,0 1 0-16,0 0-2 16,0 1 2-16,3-4-1 15,0 3 0-15,3 1 0 16,0-1 0-16,-2 0 1 16,-1 1 0-16,2-2 0 15,-5-1-2-15,6 2 1 16,-6 0-1-16,3-3 2 15,0 3-1-15,-3-3 0 16,7 0-1-16,-4 4 0 16,0-4 2-16,-3 3-2 15,5-2 0-15,-5 1 3 0,3-1-2 16,-2-1 0-16,2 3-1 16,-1-2 0-16,5 1 0 15,-7-2 0-15,6 3 0 16,-3-2 1-16,0-1-1 15,-3 3 0-15,0-2 2 16,6 1-2-16,-3-1 1 16,0 0-1-16,4 1 0 15,-4 1 1-15,2-1 0 16,-2-1-1-16,-2 1 1 16,1 0-3-16,1-2 2 15,-3 3 0-15,3-1 1 16,-3-1-1-16,3 1 0 0,-3-1 0 15,0-1 0 1,0 0 1-16,0 0-1 0,3 0 0 16,-3 0 0-16,0 0 0 15,0 0 1-15,0 0 2 16,0 0 3-16,0 0 7 16,0 0 5-16,0 0-5 15,0 0-5-15,0 0-8 16,0 0 0-16,0 0 0 15,0 0 0-15,0 0 0 16,4 0 0-16,-4 0 0 16,3 0 0-16,-3 0-1 0,0 0-3 15,3 0 2-15,-3 0 2 16,0 3 1-16,3-2 2 16,0-1-3-16,3 4 0 15,-1-3 1-15,-2 1 0 16,-1-2-1-16,-2 0 0 15,3 0 1-15,-3 0 4 16,0 0 2-16,0 0-1 16,0 0 5-16,0 0-4 15,0 0 1-15,2 0-2 16,1 0 2-16,0 0-4 16,3 0 2-16,0 0-3 15,4-5-3-15,-2 2 3 0,1 0 0 16,-3 0 1-1,4 1-4-15,-4 1 0 0,2-2 0 16,-2 1 1-16,1-1-1 16,-1 1 0-16,6-1-1 15,1 1 1-15,1-2 0 16,-2 0 0-16,1 3 0 16,-2-2 1-16,-5 1-1 15,4-2 0-15,-1 4 0 16,-3-3 1-16,7-1-1 15,-7 0-1-15,0 4 1 16,2-3 0-16,-5 0 1 16,7 0 0-16,-7 0-1 15,0 3 3-15,0 0-3 0,-3-4 2 16,0 4 2-16,0 0 9 16,0 0 3-16,0 0 1 15,0 0-8-15,0 0 1 16,0 0-1-16,0 0 5 15,0 0-8-15,0 0-1 16,0 0-4-16,0 0-1 16,0 0 0-16,0 0 1 15,0 0-1-15,0 0 2 16,0 0-1-16,0 0-2 16,0 0 1-16,0 0-2 15,0 0 1-15,0 0 0 16,0 0-1-16,0 0 1 0,0 0 1 15,0 0-2-15,0 0 1 16,0 0 0-16,0 0-1 16,0 0 0-16,0 0 0 15,0 0 0-15,0 0 1 16,0 0 1-16,0 0-3 16,0 0 3-16,0 0 0 15,0 0-1-15,0 0 1 16,0 0 0-16,0 0-1 15,0 0 1-15,0 0-1 16,0 0 1-16,0 0 0 16,0 0 0-16,0 0 0 0,0 0 0 15,0 0 0 1,0 0 1-16,0 0 0 0,0 0-1 16,0 0 0-16,0 0-1 15,0 0 1-15,0 0-1 16,0 0-2-16,0 0 2 15,0 0 1-15,0 0 0 16,0 0 0-16,0 0 0 16,0 0 0-16,0 0 1 15,0 0 0-15,0 0 1 16,0 0-2-16,0 0 0 16,0 0 2-16,0 0-1 15,0 0-1-15,0 0 0 16,0 0 0-16,0 0 1 15,0 0-1-15,0 0 0 0,0 0 2 16,0 0-2-16,0 0 0 16,0 0-2-16,0 0 2 15,0 0 0-15,0 0-1 16,0 0 1-16,0 0-1 16,0 0 1-16,0 0-1 15,0 0 0-15,0 0 1 16,0 0 0-16,0 0-2 15,0 0 1-15,0 0 0 16,0 0 2-16,0 0-1 16,0 0 0-16,0 0 0 15,0 0 0-15,0 0 0 0,0 0 1 16,0 0-1 0,0 0 0-16,0 0 0 0,0 0 2 15,0 0-2-15,0 0 1 16,0 0-1-16,0 0 0 15,0 0 0-15,0 0 0 16,0 0 1-16,0 0-1 16,0 0 0-16,0 0 0 15,0 0 0-15,0 0 0 16,0 0-1-16,0 0 0 16,0 0 1-16,0 0 0 15,0 0 0-15,0 0 0 16,0 0-2-16,0 0 2 0,0 0 2 15,0 0-2-15,0 0 0 16,0 0 1-16,0 0-1 16,0 0 1-16,0 0-1 15,0 0 0-15,0 0 1 16,0 0-1-16,0 0 1 16,0 0 1-16,0 0-1 15,0 0-2-15,0 0 1 16,0 0 0-16,0 0-2 15,0 0 2-15,0 0-1 16,0 0 1-16,0 0-3 16,0 0 0-16,0 0 3 0,0 0-2 15,0 0 0-15,0 0 2 16,0 0 0-16,0 0 0 16,0 0 1-16,0 0-1 15,0 0 0-15,0 0 1 16,0 0-1-16,0 0 3 15,0 0-1-15,0 0-1 16,0 0 0-16,0 0 0 16,0 0 0-16,0 0-1 15,0 0 0-15,0 0 0 16,0 0 0-16,0 0 0 16,0 0 2-16,0 0 0 15,0 0-2-15,0 0 2 0,0 0-1 16,0 0-1-1,0 0-1-15,0 0 1 0,0 0-3 16,0 0 0-16,0 0 2 16,0 0-4-16,0 0 5 15,0 0-3-15,0 0 3 16,0 0 0-16,0 0 0 16,0 0 1-16,0 0-1 15,0 0 2-15,0 0-2 16,0 0-1-16,0 0 0 15,0 0 1-15,0 0 0 16,0 0 0-16,0 0 0 16,0 0 1-16,0 0-1 15,0 0 0-15,0 0 0 0,0 0 0 16,0 0 0 0,0 0 0-16,0 0 0 0,0 0 0 15,0 0 0-15,0 0 0 16,0 0 1-16,0 0-1 15,0 0 2-15,0 0-2 16,0 0 1-16,0 0-2 16,0 0 1-16,0 0-3 15,0 0 2-15,0 0 0 16,0 0 0-16,0 0 0 16,0 0 1-16,0 0 0 15,0 0 0-15,0 0-2 16,0 0 2-16,0 0 0 15,0 0-1-15,0 0 0 16,0 0 1-16,0 0 0 0,0 0 2 16,0 0 0-16,0 0-1 15,0 0-1-15,0 0 1 16,0 0 0-16,0 0 0 16,0 0-1-16,0 0 0 15,0 0 0-15,0 0 0 16,0 0 0-16,0 0 3 15,0 0-3-15,0 0 0 16,0 0 0-16,0 0 1 16,0 0 0-16,0 0-1 0,0 0 0 15,0 0 1 1,0 0 0-16,0 0-1 0,0 0 0 16,0 0 0-16,0 0 0 15,0 0 0-15,0 0 0 16,0 0-1-16,0 0 0 15,0 0 1-15,0 0-1 16,0 0 0-16,0 0-2 16,0 0 2-16,0 0 0 15,0 0 0-15,0 0 1 16,0 0-1-16,0 0 1 16,0 0 1-16,0 0-1 15,0 0 0-15,0 0 2 16,0 0-2-16,0 0-1 15,0 0 1-15,0 0 0 0,0 0 0 16,0 0 0-16,0 0 0 16,0 0 0-16,0 0 0 15,0 0 0-15,0 0 0 16,0 0 2-16,0 0-2 16,0 0 3-16,0 0-3 15,0 0 0-15,0 0 1 16,0 0-1-16,0 0 0 15,0 0 0-15,0 0-1 16,0 0 2-16,0 0-1 16,0 0 0-16,0 0 0 15,0 0 1-15,0 0-1 0,0 0 0 16,0 0 0-16,0 0 0 16,0 0 0-16,-3 0 0 15,3 0 0-15,0 0 0 16,0 0 1-16,0 0-1 15,0 0 0-15,0 0 0 16,0 0 0-16,0 0 0 16,0 0 0-16,0 0 0 15,0 0 0-15,0 0 0 16,0 0-1-16,0 0 2 16,0 0-1-16,0 0 0 15,0 0 0-15,0 0 0 16,0 0 0-16,0 0 0 0,0 0 1 15,0 0-1 1,0 0 0-16,0 0 2 0,0 0-4 16,0 0 2-16,0 0 0 15,0 0 0-15,0 0 0 16,0 0-1-16,-3 0-4 16,0 4-51-16,-7-4-76 15</inkml:trace>
  <inkml:trace contextRef="#ctx0" brushRef="#br0" timeOffset="-98163.09">3790 8207 16 0,'0'0'26'0,"0"0"-7"16,0 0 0-16,0 0 0 15,0 0-5-15,0 0-14 16,-8-3-1-16,8 3-1 16,0 0-1-16,0 0 3 15,0 0 0-15,-4 0-3 16,4 0 2-16,0 0-2 15,-3 0-2-15,3 0 1 16,0 0 0-16,0 0 3 16,0 0 0-16,0 0 1 15,0 0 0-15,0 0 0 0,0 0 3 16,0 0 6-16,0 0-6 16,0 0 1-16,0 0 1 15,0 0-3-15,0 0 10 16,0 2-1-16,0-1-3 15,0 2-2-15,7 0 3 16,-2 0 2-16,-2 0-3 16,1 2 1-16,1-3-1 15,-2 3-3-15,3-1 0 16,1 1-3-16,-4 0 0 16,3-1 2-16,0 0-3 15,-4 0 0-15,1-1 0 16,-2 0 1-16,2 0-2 0,1 0 0 15,-2 2 1-15,1-5 0 16,0 5 0-16,3-2 0 16,-3 1 2-16,0-1-2 15,3-1 3-15,-2 0-3 16,1 1-1-16,-1 1 3 16,-1-1-2-16,-1 0 2 15,4-3-1-15,-6 2-2 16,3 0 1-16,0 1 2 15,1-3-2-15,-1 2-1 16,-3 1 0-16,6-1 1 16,-3 0-1-16,0-2 0 0,-3 3 1 15,6-3-1 1,-3 4 0-16,0-4 2 0,-3 3-2 16,0-3 0-16,0 0 1 15,0 0-1-15,3 0 0 16,-3 0 0-16,0 0 1 15,0 0-1-15,3 3 2 16,-3-3-2-16,0 0 0 16,3 0 1-16,-3 0-1 15,0 0 2-15,0 0-1 16,3 0 0-16,-3 0 0 16,0 0-1-16,0 3 0 15,3-3 0-15,0 3 3 0,-3-2-2 16,3-1 1-1,0 3-2-15,0 1 1 0,0-4-1 16,1 2 3-16,-1-1-3 16,0-1 0-16,0 0 1 15,-3 0-1-15,2 3 1 16,-2-3-1-16,3 0 1 16,-3 0-1-16,0 0 4 15,0 0 3-15,0 0 19 16,3 0 19-16,-2 0-9 15,-1 0-11-15,0 0-1 16,0 0-5-16,0 0 1 16,2 0-8-16,1 0-4 15,0 0-5-15,1 0-3 0,5-4 0 16,0 2-1-16,3-5-1 16,0 6 1-16,-3-2 0 15,4-3 1-15,-2 6-2 16,1-3 1-16,1-1-1 15,-1 1 2-15,3 1 0 16,-3-3 3-16,1 3-3 16,-1-1 0-16,2-1-1 15,-1 1 1-15,-1-1 0 16,3 1 0-16,-6-2 0 16,0 3 0-16,-2-1 1 15,-1 2 0-15,0-2 1 16,-4 1-2-16,4 1 0 0,-5-2 1 15,8 1 1 1,-6 0-1-16,0-1 0 0,3 0-1 16,-3 0 0-16,0 0 1 15,3 0 1-15,0 0-2 16,-2 1 0-16,1 0-1 16,1 1 1-16,-6-2 0 15,3 2 1-15,-3 1-1 16,3-2 0-16,-3 2 0 15,0 0 2-15,0 0-1 16,0 0-1-16,0 0 2 16,0 0 1-16,0 0-2 0,0 0 0 15,0 0 1 1,0 0 1-16,0 0-2 0,0 0-1 16,0 0 0-16,0 0 0 15,0 0 1-15,0 0-1 16,0 0 2-16,0 0 3 15,0 0-4-15,0 0 2 16,0 0 0-16,0 0-2 16,0 0 2-16,0 0-1 15,0 0-2-15,0 0 0 16,0 0 0-16,0 0-5 16,0 0-16-16,-9 2-103 15,-6-1-149-15</inkml:trace>
  <inkml:trace contextRef="#ctx0" brushRef="#br0" timeOffset="-95627.84">5523 8179 20 0,'0'0'22'0,"0"0"-5"15,0 0-8-15,0 0 4 16,0 0-7-16,0 0-4 15,0-2 7-15,0 2 0 16,0 0 13-16,0 0-2 16,0 0 1-16,0 0 2 15,0 0-6-15,0 0-5 0,0 0-3 16,0 0 1-16,0 0-2 16,0 0-1-16,0 0 0 15,0 0 3-15,0 0-1 16,0 0 2-16,0 0-5 15,0 0-1-15,0 0-5 16,0 0 0-16,0 0-3 16,0 0 2-16,0 0-1 15,0 0-3-15,0 0-2 16,0 0 2-16,0 0-1 16,0 0 2-16,0 0 4 15,0 5 0-15,0-1 0 16,0-3 0-16,0 5 2 0,0-3-2 15,0-2 1-15,0 1 0 16,0 3 0-16,3-2 2 16,0 0-2-16,-3 1 1 15,3-2-1-15,0 1-1 16,0 2 2-16,1-3-1 16,-2 3 0-16,-2-3 0 15,3 1 0-15,0 1-1 16,-3-1 0-16,0 0 0 15,3-3 3-15,-3 3-3 16,3 0 1-16,-3-2-1 16,0 3 0-16,0-4 1 0,3 3 0 15,-3-3-1-15,0 3 0 16,0-1 0-16,3-1 1 16,-3-1-1-16,0 0 2 15,0 3-2-15,0-2 0 16,0-1 0-16,3 2 0 15,4 0 1-15,-7-2-1 16,3 0 1-16,-3 2-1 16,0 1 0-16,3-2 0 15,0 1 0-15,-3-1 0 16,3 1 0-16,-3-2 1 16,0 0-1-16,3 1 0 15,-3-1 0-15,2 0 0 16,1 0 1-16,-3 3 1 15,1-3-2-15,-1 1 0 0,0 0-2 16,2 1 2-16,-2-2 2 16,3 3-2-16,-3 0 0 15,4-2 0-15,-4 0 1 16,3-1-1-16,-3 0 0 16,0 2 0-16,0-2 1 15,3 3-2-15,0-3 1 16,0 0-1-16,-3 0 1 15,0 0 0-15,0 0 2 16,0 0 0-16,0 0 5 16,0 0 8-16,3 0 2 15,-3 0 5-15,0 0-3 0,0 0-4 16,0 0-2-16,0 0-6 16,0 0 0-16,0 0 0 15,0 0-3-15,0 0-2 16,0 0 0-16,0 0-1 15,0 0-1-15,0 0-1 16,0 0 1-16,0 0 0 16,0 0-2-16,0 0 2 15,0 0-2-15,0 0 2 16,0 0-2-16,0 0-1 16,0 0 2-16,0 0 0 15,0 0 0-15,0 0 1 16,0 0-1-16,0 0 1 0,0 0-2 15,0 0 0-15,0 0 2 16,0 0 0-16,3 0 0 16,0 0 1-16,3 0-1 15,3 0 3-15,-6 0 0 16,6 0-1-16,4 0 0 16,-4 0 0-16,3-3-1 15,0-1 2-15,-3 1-2 16,3-2 1-16,-3 3-1 15,-5-1-1-15,-2 2 6 16,4-2-6-16,-3 1 3 16,3-2-3-16,-3 2 0 0,4 0 0 15,-1-1 1-15,-6 0 0 16,6 0 0-16,0-3 1 16,-1 6-4-16,5-5 2 15,-7 2 0-15,3 0 0 16,0 3 0-16,-6-1 1 15,0 1-1-15,0-2 3 16,3 2-3-16,4-3 1 16,-2-1-1-16,-2 0 0 15,3 1 0-15,0 0 0 16,-3 1 0-16,0-3 1 16,1 2 0-16,-1 2 3 15,-3 0-1-15,3 0 2 16,-3-2 6-16,0 3-6 15,0 0-5-15,0-3 2 0,0 3-2 16,0 0 1-16,0 0-1 16,3 0 0-16,-3 0 1 15,3 0 0-15,-3 0-1 16,0 0-2-16,0 0 1 16,0 0 1-16,0 0 0 15,0 0 1-15,0 0-2 16,0 0 2-16,0 0-1 15,0 0 2-15,0 0 5 16,0 0-2-16,0 0 2 16,0 0-1-16,0 0-1 15,0 0 0-15,0 0 4 0,0 0-5 16,0 0-1-16,0 0-1 16,0 0-2-16,0 0 0 15,0 0-1-15,0 0-4 16,0 0-12-16,-16 0-105 15,-26 3-86-15</inkml:trace>
  <inkml:trace contextRef="#ctx0" brushRef="#br0" timeOffset="-91803.43">2282 8696 23 0,'0'0'15'0,"0"0"-9"16,0 0 1-16,0 0 3 16,0 0 8-16,0 0 9 15,0 0 3-15,0 0 0 16,0 0-5-16,0 0-12 15,0 0 2-15,0 0-1 16,0 0-5-16,0 0-1 16,0 0-8-16,0 0-1 15,0 0 1-15,0 0-7 0,0 2-6 16,0 5 13-16,0 3 4 16,0-1 2-16,0 3 3 15,0 0-7-15,0-3-1 16,-3 2 8-16,0-4-5 15,1 3-1-15,-4-7-2 16,6 3 1-16,-1-3-2 16,1 1 1-16,0-4 2 15,0 3-3-15,0 0 0 16,0-2-49-16,0 2-40 16,0-3-29-16</inkml:trace>
  <inkml:trace contextRef="#ctx0" brushRef="#br0" timeOffset="-91405.54">2279 8993 22 0,'0'0'35'0,"0"0"-10"16,0 0 4-16,0 0-1 15,0 0-5-15,0 0 4 16,0 43-4-16,0-37-6 16,0 1-7-16,0-3-1 15,0 1-6-15,0-1 0 16,0-1-1-16,0 1 0 16,0 3-2-16,0-1-25 0,0-1-72 15,0 0-30 1</inkml:trace>
  <inkml:trace contextRef="#ctx0" brushRef="#br0" timeOffset="-91113.72">2249 9290 39 0,'0'0'30'15,"0"0"-10"-15,0 0 1 0,0 0 0 16,0 0-3 0,0 0-3-16,0 36-1 0,0-32-8 15,3 2-4-15,-3-3 0 16,3 5 1-16,0-2-1 15,3 1-2-15,-6 2-11 16,0 2-101-16</inkml:trace>
  <inkml:trace contextRef="#ctx0" brushRef="#br0" timeOffset="-90847.04">2228 9631 201 0,'0'0'0'0,"0"0"0"15,0 0 3-15,0 0 7 16,0 0-7-16,0 51 2 16,0-40-4-16,0 2 0 15,0-7 1-15,0 8 2 16,0-5-1-16,-4-1-3 15,-2 1 3-15,1 5-3 16,-4-1-37-16,2 2-92 16,-2 2 62-16</inkml:trace>
  <inkml:trace contextRef="#ctx0" brushRef="#br0" timeOffset="-90618.77">2155 10072 12 0,'0'0'11'15,"0"0"9"-15,0 0 50 16,0 0-52-16,0 0-7 16,0 53-2-16,0-46-5 0,0 4-2 15,0-3 2 1,0 2-1-16,0 2 3 0,0 0-6 15,0 1-2-15,0 4-31 16</inkml:trace>
  <inkml:trace contextRef="#ctx0" brushRef="#br0" timeOffset="-90415.29">2106 10549 31 0,'0'0'22'15,"0"0"-13"-15,0 50-2 0,0-35-2 16,0 2-3-16,0-1-2 16,0-3-10-16,0 4-24 15</inkml:trace>
  <inkml:trace contextRef="#ctx0" brushRef="#br0" timeOffset="-90229.42">2204 11064 138 0,'0'0'36'16,"0"0"-35"-16,-25 58 0 15,22-38-1-15,3-2-1 16,-5 2-20-16,-5 0-51 16</inkml:trace>
  <inkml:trace contextRef="#ctx0" brushRef="#br0" timeOffset="-87497.88">750 9489 10 0,'0'0'0'0,"0"0"-3"16,0 0 2-16,0 0 0 15,0 0-1-15,0 0 2 16,0 0 3-16,0 0 7 16,0 0 17-16,0 0 9 15,0 0-33-15,3 0 2 16,6 0 13-16,0 0-12 16,6 0-3-16,-3 0 1 15,4 0 0-15,6 0 9 0,-2 0 9 16,5-3-7-16,-4 1-6 15,6 0 7-15,-6 1-7 16,0-2 1-16,-2 0-4 16,-1 3-6-16,3 0 1 15,-2-1 4-15,4-1 0 16,2 2-2-16,0-3 2 16,-1 3 5-16,6-4-1 15,-5 4-6-15,-5-3 1 16,5 2-2-16,-4-2-1 15,0 3 5-15,6-2 4 16,-2-1 2-16,-1-2-6 16,1 5-1-16,-5-3 1 0,5 2 0 15,-4-1 3 1,1-1-3-16,-5 3-5 0,-1-1 1 16,2-2-2-16,0 3 0 15,1-4 0-15,-2 1 4 16,-1 3-4-16,-1 0 0 15,7-2 1-15,-5 2-1 16,5-1 1-16,-4-2 0 16,-3 3-1-16,-2 0 0 15,-5-3 0-15,1 3 0 16,1 0 1-16,4-1-1 16,-2 1 0-16,10-2 0 0,0 0 0 15,2-1-1 1,-3 3 2-16,3-2-1 0,1 2 0 15,-8 0 2-15,4-1-2 16,-8 1 0-16,-1-2 0 16,2 2 0-16,-1-4 0 15,-1 4 1-15,4 0-1 16,1-3 3-16,-1 3-3 16,1-2 3-16,-3-1-1 15,0 1-4-15,4 2 2 16,-5 0 0-16,2-3 0 15,-3 3 0-15,4 0 2 16,-5-1-1-16,2 1-1 16,-1 0 1-16,-4 0-1 15,-7-2-1-15,4 2 0 0,-5 0 1 16,4 0 1-16,-4 0-1 16,0 0-1-16,3 0 0 15,0 0 1-15,6 0 0 16,0 0 1-16,1 0 0 15,1 0-1-15,1 0 1 16,-5 0 1-16,-1 0-2 16,2 0 0-16,-7 0-2 15,-1 0 2-15,3 0 2 16,-3 0-1-16,5 0-1 16,-1 0 0-16,2 0 1 15,0 0-1-15,0 0 0 0,0 0 0 16,1 0 1-16,-1 0-1 15,-1 0 3-15,-4 0-1 16,1 0 2-16,1 0 0 16,-3 0 2-16,0 0 6 15,0 0 7-15,0 0 5 16,0 0-5-16,0 0-5 16,0 0-6-16,0 0-2 15,0 0 1-15,0 0 0 16,0 0 1-16,0 0-2 15,0 0-2-15,0 0 0 16,0 0 3-16,0 0 0 16,0 0-1-16,0 0 0 0,0 0-1 15,0 0-2 1,0 0-1-16,0 0 1 0,0 0 2 16,0 0-2-16,0 0 3 15,0 0-5-15,0 0-2 16,0 0-1-16,0 0 1 15,0 0-1-15,0 0 2 16,0 0 0-16,0 0 0 16,0 0-1-16,0 0 1 15,0 0 0-15,0 0 0 16,0 0 0-16,0 0 0 16,0 0 0-16,0 0 0 0,0 0-1 15,0 0 0-15,0 0 1 16,0 0-1-16,0 0 1 15,0 0 0-15,0 0 0 16,0 0 0-16,0 0 0 16,0 0 0-16,0 0 0 15,0 0 0-15,0 0 0 16,0 0 1-16,0 0 0 16,0 0 0-16,0 0-1 15,0 0-1-15,0 0 1 16,0 0-1-16,0 0-44 15,-9 0-55-15,-15 0-87 16</inkml:trace>
  <inkml:trace contextRef="#ctx0" brushRef="#br0" timeOffset="-85798.23">404 9636 10 0,'0'0'19'16,"0"0"11"-16,0 0 2 15,0 0-17-15,0 0-9 16,0 0-2-16,0 0 9 16,-61-7-4-16,47 7-2 0,-2 0-1 15,-1 0-2-15,-5 7 0 16,0 0 1-16,-1 6-3 16,-2 1-2-16,1 1 4 15,2 2-4-15,2 0 3 16,4 2-3-16,2-2 0 15,3 0 1-15,3 0-1 16,2 0 0-16,6-1 0 16,0 3-1-16,0-5 1 15,0 3 0-15,6-4 1 16,9-1-2-16,6 1 2 16,0-4-2-16,-3-4 3 15,3 2-3-15,1-4 2 16,0-1-1-16,4-2 5 0,8 0 4 15,-7 0-1-15,7 0 5 16,0-2 1-16,-1-2-9 16,-3-2 3-16,3-1-2 15,-3 0-1-15,-8-1 1 16,-7 0-3-16,6 2 3 16,-9-1 2-16,1 1-4 15,-4-1 7-15,0 0-3 16,-1-2-6-16,-4 1 4 15,-4-1-3-15,0-1 4 16,0 3-2-16,0-3 2 16,0 1-5-16,0-1-2 15,0-3 4-15,-9 6 3 0,-6-2-4 16,-4-2 2-16,0 5 5 16,-7-5 0-16,1 5-1 15,-5-1-1-15,-3 3-3 16,5-1-1-16,-2 2-3 15,-3-2-1-15,0 2 3 16,3 3-3-16,2-3-3 16,6 3 2-16,1-3-3 15,6 3-1-15,0 0-7 16,8 3-39-16,-1 3-74 16,8 1-34-16</inkml:trace>
  <inkml:trace contextRef="#ctx0" brushRef="#br0" timeOffset="-85064.36">434 9897 5 0,'0'0'18'15,"0"0"22"-15,0 0-2 16,0 0-15-16,0 0-15 16,0 0-6-16,-58-5 1 15,55 3 2-15,3 0-3 16,0-1-2-16,0 1-2 16,0 0 2-16,0-1-5 0,0-1 4 15,8-2 1-15,6 2 0 16,5 1 0-16,2-3 0 15,-3 3-1-15,1 2 0 16,-2-3 1-16,-1 4-2 16,5 0 1-16,-9 0 0 15,-3 0-4-15,0 0-3 16,0 4 1-16,0 0 7 16,-3 2 0-16,7-3 0 15,-7 5 1-15,-6-2 0 16,6 1-1-16,-6 0 0 15,2 1 2-15,1 2 2 16,-3-1 2-16,0 2 1 16,0 0-2-16,0-1 3 15,0 3 5-15,0-4-6 0,0 4 1 16,0-2 2-16,-3-5 2 16,-2 2-6-16,-1 0 4 15,6-4-4-15,0 1-4 16,0-2-1-16,0-1-1 15,0 1 0-15,0-3 0 16,9 1 1-16,3-1 1 16,6 0 2-16,3 0 2 15,3 0-6-15,3 0-24 16,-5-4-72-16</inkml:trace>
  <inkml:trace contextRef="#ctx0" brushRef="#br0" timeOffset="-84489.48">929 9936 41 0,'0'0'14'16,"0"0"-12"-16,0 0 7 16,0 0 11-16,0 0 3 0,0 0-4 15,-76 51 10 1,67-41-7-16,-3 2-9 0,6-4-7 16,3 1-6-16,3-2 1 15,0 3-1-15,0-3 0 16,0 0-1-16,0 0 1 15,13-2 0-15,-4 2 1 16,2-4-1-16,2 4 0 16,-1-7 1-16,0 0 0 15,0 0 3-15,6 0-4 16,0 0 8-16,4 0 3 16,-2-4-7-16,-1-2 4 0,0-1-5 15,-5 3 2-15,-5-4 1 16,1-2 0-16,-7 0-1 15,2-1 1-15,-5 1-4 16,0-3 5-16,0 4 2 16,0-2 4-16,0 1 29 15,-18 7-16-15,-2 0-7 16,-5 0-6-16,1 0-11 16,-4 3 1-16,-2 0-4 15,3 0 1-15,6 0 0 16,0 3 0-16,11 0 0 15,3 0-2-15,2 0-24 16,5 5-124-16</inkml:trace>
  <inkml:trace contextRef="#ctx0" brushRef="#br0" timeOffset="7522.68">2337 8886 7 0,'0'0'13'16,"0"0"-3"-16,0 0-3 15,0 0-6-15,0 0 0 16,0 0 2-16,0 0-1 16,0 0 5-16,0 0-1 15,0 0 7-15,0 0 1 16,0 0-6-16,0 0-2 0,0 0-5 16,0 0-1-16,0 0 6 15,0 0 6-15,0 0 3 16,0 0-3-16,0 0-1 15,0 0-2-15,0 0-3 16,0 0 2-16,0 0 0 16,0 0 4-16,0 0-3 15,0 0-6-15,0 0-3 16,0 0-2-16,0 0 1 16,0 0 0-16,0 0-1 15,0 0-1-15,0 0 3 16,0 0-2-16,0 0-2 15,0 0-7-15,0 0-13 16,0 0-6-16,0 0-26 16,0 0-1-16</inkml:trace>
  <inkml:trace contextRef="#ctx0" brushRef="#br0" timeOffset="7771.25">2337 8886 3 0</inkml:trace>
  <inkml:trace contextRef="#ctx0" brushRef="#br0" timeOffset="9163.89">2337 8886 3 0,'-79'15'3'0,"79"-15"-3"0,0 0-1 16,0 0 0-16,0 0-3 16,0 0 4-16,0 0 0 15,0 0 0-15,0 0 0 16,0 0 0-16,0 2 0 15,0-2 0-15,0 0 0 16,0 0 0-16,0 0 3 0,3 0 1 16,0 0 2-16,0 0-1 15,-2 3 1-15,-1-3 1 16,3 0-2-16,0 4 4 16,-3-3 5-16,2 1-5 15,-2-1 5-15,3-1-3 16,-3 3-4-16,0 0 4 15,0 0 0-15,0 1 2 16,0-1 3-16,0 0-4 16,0 0 5-16,0 0-8 15,0-2-1-15,0 3-6 16,0-1 0-16,0-1 0 0,0 1 5 16,0 1 5-1,0 1-9-15,0 0-2 0,3 1 2 16,-3-2 1-16,3 3 1 15,0 0 0-15,0-2-4 16,-3 2 0-16,0-1 2 16,4-2-1-16,-1 3 2 15,0 0-2-15,-3-1 3 16,3 1 0-16,-3-4-3 16,0 3-1-16,0-1 0 15,5 1 2-15,-5 0 3 16,0-2-6-16,0 3 2 15,0-1 5-15,0-1 3 16,0 2-3-16,0-2-6 16,0 3 6-16,0-1-1 0,0 0-1 15,0 0-3-15,0 0 0 16,0 2 4-16,0-1-1 16,0 0-2-16,0 0-3 15,0-2 0-15,0 1 0 16,0 0 1-16,0-2-1 15,0 0 0-15,0 1 0 16,0 0 0-16,0-1 0 16,0 0 0-16,0-2 0 15,0 1 1-15,0 1-2 0,0 0 2 16,0-1-1-16,0 2 0 16,0-2-1-16,0-1 1 15,0 4 0-15,0-4 0 16,0 2 2-16,0 2-2 15,0-1 0-15,0-2 1 16,0 3-1-16,0 0 1 16,3 0-1-16,-2-1 2 15,4 0-2-15,-2 1 0 16,1 0 1-16,-1-1-1 16,0 1 0-16,0-3 1 15,0 2 0-15,-3-2-1 16,0-1 0-16,3 1 0 15,-3-2 0-15,0 4 0 16,0-1 0-16,0-3 0 0,0 4 0 16,3-2 0-16,-3 3 0 15,0-4 1-15,0 1-1 16,0-1 0-16,0 2 2 16,0 0 1-16,0 1-2 15,0-3 3-15,0 5 2 16,0-2-3-16,0-3 0 15,0 4-1-15,0-3-1 16,-3-2 0-16,0 5 2 16,3-3-2-16,-3 1 0 15,3-4-1-15,0 2 0 16,-3 0 1-16,3 2-1 0,-3-2 0 16,3-1 3-16,0-1-2 15,0 1-1-15,0-1 1 16,0-1 0-16,0 0 0 15,0 0 1-15,0 0 0 16,0 3-1-16,0-3 0 16,0 0 3-16,0 3-3 15,0-3 0-15,0 0 2 16,0 2 0-16,0-2 4 16,0 0-2-16,0 0 1 15,0 0 0-15,0 0 1 16,0 0 0-16,0 0 3 15,0 0 1-15,0 0 0 0,0 0-2 16,0 0 3-16,0 0 1 16,0 0 2-16,0 0 1 15,0 0-5-15,0 0 0 16,0 0-2-16,0 0 4 16,0 0 0-16,0 0 2 15,0 0-2-15,0 0 1 16,0 0-3-16,0 0-6 15,0 0-3-15,0 0-2 16,-3 0-4-16,-6-5-54 16,-3-7-284-16</inkml:trace>
  <inkml:trace contextRef="#ctx0" brushRef="#br0" timeOffset="13560.33">4012 8456 10 0,'0'0'26'0,"0"0"1"16,0 0-5-16,0 0-8 16,0 0-3-16,0 0 1 15,0 0-3-15,0 0 2 16,0 0 4-16,0 1 0 15,0-1-8-15,0 0-7 16,0 1-1-16,0 2 1 0,0 1 2 16,0-1 2-16,0-1 5 15,0 5-3-15,0-3-5 16,0 0 10-16,0-2-6 16,0 5 3-16,0-4-4 15,0 0 1-15,0 3 7 16,0-1 0-16,0 0-8 15,0-1 2-15,0 4 0 16,0-3 0-16,0-1-3 16,0 4 0-16,0-3 6 15,0 1-2-15,0-2-6 16,0 0 1-16,0-1-1 0,0 4 3 16,0-5 1-1,0 6 1-15,0-2 5 0,0 0 3 16,0 1-6-16,0 2 4 15,0-1-6-15,0-2-2 16,0 0 5-16,3 4 1 16,-3-6-9-16,0-1 6 15,0 0 1-15,0 1-2 16,0-4-2-16,3 3 2 16,-3-3-5-16,0 0 0 15,0 0 1-15,0 0 3 16,0 0 3-16,0 0-3 15,0 0 1-15,0 0-1 0,0 0-5 16,0 0-7-16,0 0-54 16,0 0-36-16,0 4-6 15,0 1 55-15,0 0-28 16,0-2 9-16</inkml:trace>
  <inkml:trace contextRef="#ctx0" brushRef="#br0" timeOffset="14135.38">4091 8894 17 0,'0'0'15'15,"0"0"4"-15,0 0 4 16,0 0 1-16,0 0 6 15,0 0 4-15,0 0-9 16,3 7-15-16,-3-5 0 0,0 6 9 16,0 0 3-16,0 3-6 15,0-1-3-15,0 2 5 16,0-3-5-16,0 3-3 16,0-2-2-16,0 0-1 15,0 0-2-15,0-2 3 16,-6 0 2-16,3-2 0 15,-1-2-2-15,4-1-1 16,-3 4-3-16,3-7-1 16,0 3-2-16,0-3 0 15,-3 4 0-15,3-2-1 16,-2-1 0-16,2-1 0 0,0 4 1 16,0-1 1-1,0-1 0-15,-3-1-1 0,2 2-1 16,-2 3-2-16,0-5-43 15,1 6-25-15,2-1-31 16,-3-3-12-16</inkml:trace>
  <inkml:trace contextRef="#ctx0" brushRef="#br0" timeOffset="14587.12">4111 9290 9 0,'0'0'22'16,"0"0"0"-16,0 0-2 15,0 0 7-15,0 0-2 16,0 0 0-16,13 23 1 16,-13-12-10-16,0-5-4 0,0 3 3 15,0-1-6-15,0-2 1 16,0 4 3-16,0-4 7 15,0 3-4-15,0-2-9 16,0 0-3-16,0 0-2 16,0-4-1-16,0 4-1 15,0-2 4-15,0 0-3 16,0-2 0-16,0 1-1 16,0-2-11-16,0 1-74 15,0 4-42-15</inkml:trace>
  <inkml:trace contextRef="#ctx0" brushRef="#br0" timeOffset="14962.08">4172 9723 18 0,'0'0'4'0,"0"0"-4"15,0 0 6-15,0 0 16 16,0 0 7-16,0 0-11 0,13 46 10 16,-13-41 11-1,0 0 1-15,0 5-8 0,0-3-14 16,0 1-4-16,0 1-1 15,-3-1 0-15,-7-1-7 16,7 3-4-16,0-4 2 16,-2 1-4-16,1-3 0 15,-1 2 0-15,2-3 1 16,3 5-1-16,0-2-2 16,0-1-39-16,0 2-50 15,0 0-62-15</inkml:trace>
  <inkml:trace contextRef="#ctx0" brushRef="#br0" timeOffset="15292.2">4136 10168 10 0,'0'0'32'16,"0"0"10"-16,0 0 2 15,0 0-25-15,0 50 4 0,0-39 11 16,-3 0-8 0,0 0 1-16,-3-1-9 0,1 3-14 15,-2 0 2-15,1 1-4 16,6-1 0-16,-6 3 1 15,3-3-1-15,3-1-2 16,0 2-1-16,0 1 0 16,0 1-23-16,0-1-65 15,6 0-59-15</inkml:trace>
  <inkml:trace contextRef="#ctx0" brushRef="#br0" timeOffset="15511.71">4294 10707 7 0,'0'0'7'15,"0"0"16"-15,0 0-16 16,0 0-2-16,24 47-3 15,-21-37 0-15,0 0-2 16,-3 5-28-16</inkml:trace>
  <inkml:trace contextRef="#ctx0" brushRef="#br0" timeOffset="15877.02">4324 11414 36 0,'0'0'17'16,"0"0"3"-16,0 0 0 15,0 0-8-15,0 0 3 16,0 0-7-16,0 42-8 15,0-35 0-15,0-7-56 16</inkml:trace>
  <inkml:trace contextRef="#ctx0" brushRef="#br0" timeOffset="18496.39">2312 8903 9 0,'0'0'8'16,"0"0"6"-16,0 0-3 15,0 0-2-15,0 0-4 16,0 0 0-16,0 0-3 15,0 0-1-15,0 0-1 16,1 0 4-16,2 0 2 16,-1 0 0-16,5 0-1 15,-4 0 1-15,0 0-2 16,3 0 0-16,-6 0 1 0,6 0-2 16,-3 0 2-16,6 0-1 15,0 0 3-15,3 0 2 16,1 3-5-16,-1 1-1 15,1-1 3-15,-2-2 0 16,-2-1-2-16,4 3-3 16,-5-1 2-16,-1-2 0 15,-2 3 1-15,5-3-4 16,-4 1 4-16,0-1 0 16,2 0-4-16,-4 4 2 15,8-1 1-15,-3-3-1 16,0 1 4-16,3 1-1 0,-3-2 0 15,0 0-1-15,1 0 0 16,-1 3 2-16,-1-3 0 16,-4 0 0-16,2 0-3 15,0 0 1-15,0 0-2 16,0 0 2-16,3 3-1 16,-5-3 0-16,5 0-3 15,0 1 1-15,-1-1-1 16,5 0 0-16,-4 2 0 15,3 0 4-15,0-2-1 16,0 0 3-16,3 0-5 16,0 0 2-16,-2 0 0 15,-1 0 1-15,1 0 3 0,-5 0-2 16,-2 0-3 0,0 0-1-16,-6 0 2 0,6 0-2 15,1 0 1-15,2 0-1 16,-4 0 2-16,1 0-2 15,4 0 0-15,-7 0-1 16,6 0 1-16,-6 0 0 16,6 0 1-16,0 0 0 15,0 0 0-15,0 0 3 16,10 0 1-16,-5 0 4 16,2 0-3-16,-2 0-1 15,-3 0-3-15,-6 0-2 0,-2-2 2 16,-3 2 1-1,0-2 5-15,0 2 4 0,0 0 0 16,0 0-4-16,0 0-2 16,0 0-4-16,0 0-2 15,0 0 0-15,0 0 2 16,0 0 0-16,0 0 5 16,0 0 1-16,0 0-6 15,0 0-3-15,-6 0-3 16,0 0-2-16,-15 0-47 15,0 0-191-15</inkml:trace>
  <inkml:trace contextRef="#ctx0" brushRef="#br0" timeOffset="25213.93">2437 8933 11 0,'0'0'13'0,"0"0"6"16,0 0-6-1,0 0 13-15,0 0-13 0,0 0 4 16,143 0-6-16,-119 0-2 16,-3 0-3-16,-2 0 1 15,2 0 4-15,-4 0 3 16,2 0-5-16,3 0 1 16,-5 0-7-16,5 0-1 15,-1 0 2-15,0 0 6 16,3-2 1-16,-2 2-7 15,-4-1 2-15,3-2 2 16,-8 3-3-16,4 0-4 16,-1 0 0-16,2-4-1 15,0 4 4-15,0 0-3 16,1 0 1-16,-1 0-2 0,-3 0 3 16,-2 0-3-1,1 0 1-15,5 0-1 0,1 0 2 16,-1 0 1-16,2 0 1 15,-3 0 2-15,1 0 6 16,2-1-5-16,3-2 2 16,3-2 1-16,7 2 6 15,-4-2-2-15,3 2-5 16,-3-3 0-16,-5 3-3 16,-1 2-4-16,-5-1 0 15,-2 1 0-15,-4-3-1 16,-1 4-1-16,4-2 1 0,-4 2-1 15,-1 0 0-15,8-3 1 16,-4 2 0-16,3 1 1 16,4-3-1-16,-2 0 0 15,2 3-1-15,-1 0 0 16,1-2 0-16,-2-1 1 16,-1 1 1-16,-1 1 0 15,-3 1-1-15,0-3-1 16,0 1 2-16,-3 1 1 15,1-2 1-15,4 3 0 16,-4-2-3-16,-4 0 3 16,3 1-1-16,1-4 0 15,-2 5-1-15,2-3 4 0,5 2 0 16,0-2-2-16,0 1 1 16,4-1-1-16,-7-1-1 15,-6 4-2-15,3-3 7 16,-6 3-7-16,-2 0-1 15,1-2 2-15,-2 1 0 16,-3 1-2-16,3 0 2 16,-3 0-6-16,0 0 6 15,0 0-2-15,0 0 0 16,0 0 2-16,0 0-2 16,0 0 0-16,0 0 1 15,0 0 2-15,0 0-1 0,0 0 1 16,3 0 3-1,-3-1-3-15,0 1 0 0,0 0 2 16,0 0-1-16,0 0 0 16,0 0 2-16,0 0-2 15,0 0-1-15,0 0-1 16,0 0-2-16,0 0 0 16,0 0 0-16,3 0 1 15,-3 0 0-15,0 0 1 16,0 0 1-16,0 0 2 15,0 0-3-15,0 0 1 16,0 0-1-16,0 0 2 16,0 0 7-16,0 0 5 15,0 0 5-15,0 0 1 16,0 0-1-16,0 0-7 0,0 0-4 16,0 0 0-16,0 0-1 15,0 0 2-15,0 0-1 16,0 0 0-16,0 0 0 15,0 0-1-15,0 0-2 16,0 0 0-16,0 0-4 16,0 0 1-16,0 0-2 15,0 0-2-15,0 0 1 16,0 0 1-16,0 0-2 16,0 0 0-16,0 0 0 15,0 0 0-15,0 0 0 16,0 0 0-16,0 0-1 0,0 0 1 15,0 0-1-15,0 0 0 16,0 0 1-16,0 0-2 16,0 0 2-16,0 0-2 15,0 0 2-15,0 0 0 16,0 0 0-16,0 0-1 16,0 0 1-16,0 0-1 15,0 0 0-15,0 0 0 16,0 0 1-16,0 0 0 15,0 0 1-15,0 0-1 16,0 0 0-16,0 0 0 16,0 0 0-16,0 0 0 15,0 0 0-15,0 0 1 0,0 0 0 16,0 0 0-16,0 0 1 16,0 0-1-16,0 0 0 15,0 0-1-15,0 0 0 16,0 0 0-16,0 0 0 15,0 0 0-15,0 0 2 16,0 0-1-16,0 0 2 16,0 0-3-16,0 0 3 15,0 0-3-15,0 0 1 16,0 0-1-16,0 0 0 16,0 0 0-16,0 0 0 15,0 0 0-15,0 0 0 16,0 0-1-16,0 0 1 15,0 0 0-15,0 0 0 0,0 0 0 16,0 0 0-16,0 0 0 16,0 0 0-16,0 0 0 15,0 0 0-15,0 0 1 16,0 0-1-16,0 0 0 16,0 0 0-16,0 0 0 15,0 0 0-15,0 0 0 16,0 0 0-16,0 0-1 15,0 0 0-15,0 0 1 16,0 0 0-16,0 0-1 16,0 0 1-16,0 0 1 15,0 0-1-15,0 0-1 16,0 0 1-16,0 0 0 0,0 0 1 16,0 0-1-16,0 0 1 15,0 0 0-15,0 0 2 16,0-3-3-16,0 3 0 15,0 0 0-15,0 0 0 16,0 0 0-16,0 0 0 16,0 0 0-16,0 0 0 15,0 0-2-15,0 0 2 16,0 0-1-16,0 0 0 16,0 0 1-16,0 0 0 15,0 0 0-15,0 0 0 16,0 0 0-16,0 0 0 0,0 0 0 15,0 0 0-15,0 0 0 16,0 0 0-16,0 0 0 16,0 0-1-16,0 0 1 15,0 0 0-15,0 0 0 16,0 0 0-16,0 0 0 16,0 0 0-16,0 0 1 15,0 0 0-15,0 0-1 16,0 0-1-16,0 0 1 15,0 0 0-15,0 0 0 16,0 0 0-16,0 0 0 16,0 0 0-16,0 0 1 15,0 0-1-15,0 0 0 0,0 0 0 16,0 0 1 0,0 0-1-16,0 0 2 0,0 0-1 15,0 0 0-15,0 0-1 16,0 0 1-16,0 0 0 15,0 0 0-15,0 0 0 16,0 0-1-16,0 0 2 16,0 0-2-16,0 0 1 15,0 0-1-15,0 0 0 16,0 0-1-16,0 0 1 16,0 0 0-16,0 0 0 15,0 0 0-15,0 0 0 0,0 0 0 16,0 0 0-1,0 0 0-15,0 0 1 0,0 0-1 16,0 0 0 0,0 0 0-16,0 0 0 0,0 0 0 15,0 0 0-15,0 0-1 16,0 0 1-16,0 0 0 16,0 0 1-16,0 0-1 15,0 0 0-15,0 0 0 16,0 0 0-16,0 0 0 15,0 0 0-15,0 0 0 16,0 0-1-16,0 0 1 16,0 0 0-16,0 0 0 15,0 0 0-15,0 0 0 16,0 0-2-16,0 0 2 0,0 0 0 16,0 0 2-16,0 0-2 15,0 0 0-15,0 0 0 16,0 0 0-16,0 0 0 15,0 0 0-15,0 0-2 16,0 0 2-16,0 0-1 16,0 0 0-16,0 0 1 15,0 0 0-15,0 0-1 16,0 0 1-16,0 0-1 16,0 0 1-16,0 0 0 15,0 0 0-15,0 0 0 16,0 0 0-16,0 0-1 0,0 0 1 15,0 0 0 1,0 0 0-16,0 0-1 0,0 0-1 16,0 0 2-16,0 0 0 15,0 0 0-15,0 0 0 16,0 0-1-16,0 0 0 16,0 0 1-16,0 0 0 15,0 0-1-15,0 0 1 16,0 0 0-16,0 0 0 15,0 0 0-15,3 0 0 16,-3 0 1-16,0 0-1 16,0 0 0-16,0 0 1 15,0 0-1-15,0 0 0 0,0 0 1 16,0 0-1 0,0 0 0-16,0 0 0 0,0 0-1 15,0 0 2-15,0 0-1 16,0 0 0-16,0 0 0 15,0 0-1-15,0 0 1 16,0 0 0-16,0 0 0 16,0 0 0-16,0 0 0 15,0 0 0-15,0 0 0 16,0 0-1-16,0 0 2 16,0 0-1-16,0 0 0 15,0 0 0-15,0 0 0 0,0 0 0 16,0 0-1-1,0 0 2-15,0 0-1 0,0 0 0 16,0 0 0-16,0-3 0 16,0 3 0-16,0 0 0 15,0 0 0-15,0 0 0 16,0 0 0-16,0 0 0 16,0 0 0-16,0 0-1 15,0 0 1-15,0 0-1 16,0 0 1-16,0 0 0 15,0 0-1-15,0 0 1 16,0 0 0-16,0 0-1 16,0 0 1-16,0 0 0 15,0 0 0-15,0 0 0 16,0 0 0-16,0 0 0 0,0 0 0 16,0 0 1-1,0 0-1-15,0 0-1 0,0 0 1 16,0 0 1-16,0 0-1 15,0 0 1-15,0 0-1 16,0 0 1-16,0 0-1 16,0 0 1-16,0 0-1 15,0 0 0-15,0 0 1 16,0 0 1-16,0 0-2 16,0 0 0-16,0 0 0 15,0 0 0-15,0 0 0 16,0 0 0-16,0 0 0 0,0 0 0 15,0 0 0-15,0 0 0 16,0 0 0-16,0 0 0 16,0 0 0-16,0 0 0 15,0 0 0-15,0 0 0 16,0 0 0-16,0 0 0 16,0 0 0-16,0 0 0 15,0 0 0-15,0 0 0 16,0 0 0-16,0 0 0 15,0 0 0-15,0 0 0 16,0 0 0-16,0 0 0 16,0 0 0-16,0 0 0 15,0 0 0-15,0 0-2 16,0 0 2-16,0 0 0 16,0 0 0-16,0 0 0 0,0 0-1 15,0 0 1-15,0 0 0 16,0 0-1-16,0 0 1 15,0 0 0-15,0 0 0 16,0 0 0-16,0 0 0 16,0 0 0-16,0 0 0 15,0 0 0-15,0 0 0 16,0 0 0-16,0 0 0 16,0 0 1-16,0 0-1 15,0 0 0-15,0 0 0 0,0 0 0 16,0 0 0-1,0 0 0-15,0 0 0 0,0 0 0 16,0 0 0-16,0 0 1 16,0 0-1-16,0 0-1 15,0 0 1-15,0 0 0 16,0 0 1-16,0 0-1 16,0 0 0-16,0 0 0 15,0 0 0-15,0 0 0 16,0 0 0-16,0 0 0 15,0 0 0-15,0 0 2 16,0 0-2-16,0 0 0 16,0 0 0-16,0 0 1 15,0 0-1-15,0 0 0 16,0 0 0-16,0 0 1 0,0 0-1 16,0 0 0-16,0 0 0 15,0 0 0-15,0 0 0 16,0 0 1-16,0 0-1 15,0 0 1-15,0 0-1 16,0 0 2-16,0 0-2 16,0 0 0-16,0 0 0 15,0 0 2-15,0 0-2 16,0 0 0-16,0 0 0 16,0 0 1-16,0 0-1 15,0 0 0-15,0 0-1 16,0 0 1-16,0 0-2 0,0 0 2 15,0 0-1-15,0 0 1 16,0 0-1-16,0 0 1 16,0 0 0-16,0 0-1 15,0 0 1-15,0 0 0 16,0 0 0-16,0 0 1 16,0 0-1-16,0 0 0 15,0 0 1-15,0 0 0 16,0 0-1-16,0 0 0 15,0 0 0-15,0 0 0 16,0 0 0-16,0 0 0 16,0 0 2-16,0 0-2 15,0 0 0-15,0 0 0 0,0 0 0 16,0 0-2 0,0 0 2-16,0 0 0 0,0 0 0 15,0 0 2-15,0 0-2 16,0 0 0-16,0 0 0 15,0 0 0-15,0 0 0 16,0 0 0-16,0 0 1 16,0 0 0-16,0 0-1 15,0 0 0-15,0 0 0 16,0 0-1-16,0 0 1 16,0 0 0-16,0 0 0 15,0 0-1-15,0 0 1 0,0 0 0 16,0 0 0-1,0 0 0-15,0 0-2 0,0 0 2 16,0 0 0-16,0 0 2 16,0 0-2-16,0 0 0 15,0 0 0-15,0 0 0 16,0 0 0-16,0 0 0 16,0 0 1-16,0 0-1 15,0 0 1-15,0 0-1 16,0 0 0-16,0 0 0 15,0 0 1-15,0 0-1 16,0 0 1-16,0 0-1 16,0 0 1-16,0 0-1 15,0 0 0-15,0 0 1 16,0 0-1-16,0 0 2 0,0 0-1 16,0 0 0-16,0 0 2 15,0 0-1-15,0 0-1 16,0 0 0-16,0 0 2 15,0 0 0-15,0 0-2 16,0 0 2-16,0 0-1 16,0 0 2-16,0 0-1 15,0 0 0-15,0 0-2 16,0 0 1-16,0 0-1 16,0 0 0-16,0 0 0 15,0 0-1-15,0 0 3 16,0 0-3-16,0 0 1 0,0 0 0 15,0 0-1-15,0 0 0 16,0 0 0-16,0 0 0 16,0 0-1-16,0 0 1 15,0 0 1-15,0 0-1 16,0 0 0-16,0 0 0 16,0 0-1-16,0 0 1 15,0 0 0-15,0 0 0 16,0 0 0-16,0 0 0 15,0 0 0-15,0 0-1 16,0 0 1-16,0 0 0 16,0 0-2-16,0 0 2 15,0 0 0-15,0 0-1 16,0 0 1-16,0 0 0 16,0 0 0-16,0 0 0 0,0 0 0 15,0 0-1-15,0 0 1 16,0 0 0-16,0 0 0 15,0 0 0-15,0 0 0 16,0 0 0-16,0 0 0 16,0 0 1-16,0 0-1 15,0 0 0-15,0 0-1 16,0 0 1-16,0 0 0 16,0 0 0-16,0 0 0 15,0 0 0-15,0 0 0 16,0 0 1-16,0 0-1 15,0 0 0-15,0 0 0 0,0 0 0 16,0 0 0-16,0 0 1 16,0 0-1-16,0 0 0 15,0 0 2-15,0 0-2 16,0 0-2-16,0 0 2 16,0 0 2-16,0 0-2 15,0 0-2-15,0 0 2 16,0 0 0-16,0 0 0 15,0 0 0-15,0 0 0 16,0 0 0-16,0 0 2 16,0 0-2-16,0 0-2 15,0 0 2-15,0 0 0 16,0 0 0-16,0 0 0 0,0 0 0 16,0 0-1-16,0 0 1 15,0 0 0-15,0 0 0 16,0 0 0-16,0 0 0 15,0 0-1-15,0 0 1 16,0 0-1-16,0 0 1 16,0 0 0-16,0 0 0 15,0 0-1-15,0 0 0 16,0 0 0-16,0 0 1 16,0 0 1-16,0 0-1 15,0 0 0-15,0 0 0 16,0 0-2-16,0 0 2 0,0 0-2 15,0 0 2-15,0 0 0 16,0 0-1-16,0 0 1 16,0 0 0-16,0 0 0 15,0 0 0-15,0 0 0 16,0 0 0-16,0 0 1 16,0 0-1-16,0 0 0 15,0 0 0-15,0 0 0 16,0 0 0-16,0 0 0 15,0 0 0-15,0 0 0 16,0 0 0-16,0 0 0 16,0 0 0-16,0 0 0 15,0 0 0-15,0 0 0 0,0 0 0 16,0 0 0 0,0 0 2-16,0 0-2 0,0 0 0 15,0 0 1-15,0 0-1 16,0 0 1-16,0 0-1 15,0 0 1-15,0 0-1 16,0 0 0-16,0 0 1 16,0 0-1-16,0 0-1 15,0 0 0-15,0 0 2 16,0 0-2-16,0 0 1 16,0 0 0-16,0 0 0 15,0 0 0-15,0 0 0 0,0 0 0 16,0 0-1-1,0 0 1-15,0 0-1 0,0 0 1 16,0 0 0-16,0 0-2 16,0 0 2-16,0 0 0 15,0 0-1-15,0 0-3 16,0 0-31-16,0 0-56 16,0 0-28-16,0 0-26 15,-20 0-67-15</inkml:trace>
  <inkml:trace contextRef="#ctx0" brushRef="#br0" timeOffset="43129.71">4000 8874 5 0,'0'0'5'15,"0"0"2"-15,0 0 5 16,0 0-5-16,0 0 0 0,0 0 10 16,15 16-2-1,-12-12-6-15,-1-1 2 0,2 3 5 16,-3-3-3-16,-1 4-5 16,3-3-5-16,-1 1 0 15,-2 0 4-15,3 1 8 16,-3 3-5-16,0-2 2 15,0 0-1-15,0-2-5 16,0 3-2-16,0-4-2 16,0 1 3-16,0 0-4 15,0 2 2-15,0 0 0 16,0-1 5-16,0 2-1 16,0 0-1-16,0-2-2 15,0-2-3-15,0 3 3 0,0-1-2 16,0 1-1-16,0-3 3 15,0 1-1-15,0-1 0 16,0 2-2-16,0-2 2 16,0 2 3-16,0-2 0 15,0 1-2-15,0 0 1 16,0 2 3-16,0-2-6 16,0 0 3-16,0 1-5 15,0 0 1-15,0-1 0 16,0-3-1-16,0 1 0 15,0 3 2-15,0-3-2 16,0 2 0-16,0-2 1 16,0 4-1-16,0 0 1 0,0-1-1 15,0 0 2-15,0 1-2 16,0-3 0-16,0-1 0 16,0 2 4-16,0 0-4 15,0-2 0-15,0 3 0 16,0 0 1-16,0-1 0 15,0 1 2-15,0 0-2 16,0 1 0-16,0-3 1 16,0 2-2-16,0-1 2 15,0 0-1-15,0 2 2 16,-3-2-3-16,3 0 3 16,0 2-2-16,0-2-1 0,0-1 0 15,0 2 0 1,0 1 0-16,0 0 3 0,-2-1-3 15,2-3 4-15,-3 7-4 16,3-6 0-16,-1 2 1 16,-3-2 0-16,4 3-1 15,-2-4-1-15,2 4 1 16,0-2 0-16,0-1 0 16,0 4 0-16,0-5 0 15,0 3-1-15,0-3 2 16,0 2-1-16,0 0 0 15,0-2 0-15,0 3 0 16,0-5 0-16,0 1-1 16,0 3 2-16,0-3-2 15,0-1 1-15,0 2 0 0,0 0 1 16,0-2-1-16,2 1 0 16,-2-2 0-16,0 3 1 15,4 2-1-15,-4-3 0 16,1-1-1-16,-1 2 1 15,0-3 0-15,3 2 1 16,-1-2-1-16,-2 3 2 16,3-2-2-16,0 4 0 15,-3-2 2-15,3-1-2 16,-3 2 0-16,0-1 0 16,3 1-1-16,0 1 1 15,0-4 1-15,-3 2-1 0,3 1 0 16,-3 0 0-16,4-1 0 15,-4 2 0-15,3-4 0 16,-3 2 0-16,3 2 1 16,-1-2-1-16,-2-3 0 15,0 2 0-15,3 2 1 16,-3-1-1-16,3-3 0 16,-2 3 0-16,-1-3 0 15,3 2-1-15,-3 1 1 16,0-1 0-16,0 1 0 15,0-3 0-15,0 3-1 16,2-1 1-16,1-2 0 16,-3 2 0-16,0-2 0 0,0 2 0 15,0-2 1-15,0 0-2 16,3 0 2-16,-3 3-1 16,0-3 0-16,0 0 0 15,0 0 1-15,0 0 2 16,0 0-2-16,0 0 0 15,0 0 4-15,0 0-5 16,0 0 2-16,0 0 2 16,0 0-2-16,0 0 3 15,0 0 1-15,0 0 2 16,0 0 1-16,0 0 3 16,0 0-2-16,0 0-5 0,0 0-2 15,0 0 3-15,0 0-6 16,0 0 0-16,7-3-14 15,-1-3-165-15</inkml:trace>
  <inkml:trace contextRef="#ctx0" brushRef="#br0" timeOffset="44038.46">4106 9495 4 0,'0'0'5'0,"0"0"0"16,0 0 0-16,0 0 1 16,0 0-1-16,0 0-3 15,0 0-2-15,0 0 0 16,0 0 0-16,0 0 0 16,0 0 2-16,0 0-2 15,0 0 2-15,0 0-2 16,0 0 1-16,0 0 0 15,0 0-1-15,0 0 1 16,0 0 1-16,0 0-1 16,0 0-1-16,0 0-1 15,0 0-9-15</inkml:trace>
  <inkml:trace contextRef="#ctx0" brushRef="#br0" timeOffset="45260.47">5675 8451 19 0,'0'0'5'16,"0"0"-4"-16,0 0-1 15,0 0 1-15,0 0-1 16,0 0-3-16,-12-10-11 16,12 10 8-16,0 0 6 15,-4 0 2-15,4 0 4 0,-3 0 9 16,3 0-4-16,0 0-6 15,-3 0-5-15,0 0-1 16,3 0 1-16,0 3 0 16,0-2 1-16,0 1 0 15,0-1 6-15,0 2-3 16,0 3 2-16,0-5 4 16,0 5 4-16,0-3 0 15,0 0-5-15,0 4 8 16,0-3 3-16,0 2 2 15,-6 4 4-15,0-1-8 16,-3 1-6-16,3 2 1 16,0-4-3-16,3 1 0 0,0 0-5 15,-3-1 1-15,6-3-4 16,-3 2-2-16,3-5 1 16,-4 6 0-16,1-2-1 15,1-3 3-15,1 7-3 16,1-7 0-16,0 4-5 15,-5 2-57-15,-1-1-34 16,-3 1-1-16</inkml:trace>
  <inkml:trace contextRef="#ctx0" brushRef="#br0" timeOffset="45553.82">5550 8821 24 0,'0'0'25'16,"0"0"-13"-16,0 0 6 15,0 0-6-15,0 0-6 16,0 0-3-16,12 42 1 16,-9-36-2-16,0 2 1 15,1 1-3-15,-1 2-15 0,-3-2-73 16</inkml:trace>
  <inkml:trace contextRef="#ctx0" brushRef="#br0" timeOffset="45786.1">5629 9094 10 0,'0'0'15'0,"0"0"-5"16,0 0-4-16,0 0-3 15,0 0 4-15,9 49-7 16,-9-44 2-16,0 4-2 16,1-1-14-16,4 1-25 15</inkml:trace>
  <inkml:trace contextRef="#ctx0" brushRef="#br0" timeOffset="46018.68">5750 9353 38 0,'0'0'25'15,"0"0"-13"-15,0 0 13 16,0 0-18-16,0 0 2 16,16 49-2-16,-13-45 4 15,-3 1-7-15,0 6-1 16,0-2-1-16,0 2 0 15,0 3 0-15,0 2-2 16,0 3-4-16,0 5-50 16</inkml:trace>
  <inkml:trace contextRef="#ctx0" brushRef="#br0" timeOffset="46213.42">5826 9743 3 0,'0'0'19'16,"0"0"8"-16,0 0-10 16,0 0 2-16,58 53-6 15,-49-43-6-15,-3-1 0 16,1 1-1-16,-2 3-2 16,-5 3-3-16,0 5-1 15,0 1-81-15</inkml:trace>
  <inkml:trace contextRef="#ctx0" brushRef="#br0" timeOffset="46379.31">5945 10281 55 0,'0'0'6'15,"0"0"-5"-15,24 52-2 16,-12-28 2-16,0 3-1 15,1 2 0-15,-5 2-8 16</inkml:trace>
  <inkml:trace contextRef="#ctx0" brushRef="#br0" timeOffset="46574.11">6227 10868 59 0,'0'0'17'16,"0"0"-14"-16,15 51 4 15,-9-31 2-15,3-2-7 16,-6 0-2-16,0-4 0 16,-3-2-49-16</inkml:trace>
  <inkml:trace contextRef="#ctx0" brushRef="#br0" timeOffset="50033.06">4212 9535 6 0,'0'0'3'0,"0"0"2"15,0 0 3-15,0 0 6 16,0 0 3-16,0 0-6 15,28 0-2-15,-17 0-2 16,-2 0 4-16,4 0-3 16,-4 0 3-16,6 0-4 15,-3 0 1-15,3 0 4 16,6 0 2-16,1 0 5 16,0-2-3-16,1 0-11 15,-2-1-3-15,-5 3 2 16,2 0-3-16,-5-3 0 15,1 3 0-15,2 0 2 16,-1 0-1-16,-4 0 0 16,-1-2 1-16,2 2-3 15,3 0 1-15,-3-1-1 0,4-1 1 16,-4 2 1-16,9 0 1 16,-9 0-2-16,6-2-1 15,0 2 2-15,1-3 3 16,5 3 0-16,-3-3 4 15,0-1-1-15,-5 4-5 16,-4 0 1-16,2-2-4 16,-7 2 0-16,-1 0 1 15,6 0 0-15,-2 0 0 16,-1-3 0-16,2 1 1 16,2-1-1-16,-1 3 0 15,6-3 1-15,-6 3 1 0,4-3-1 16,1 0 2-16,-4 0-1 15,5 1 6-15,0-1-5 16,0 0 1-16,0-1-4 16,-3 2 2-16,1-1 6 15,-2-1 1-15,-4 3-10 16,-4-1 1-16,0 2-1 16,0 0 0-16,-3-1 0 15,7-2 1-15,-4 3-1 16,2-2 0-16,5 2 2 15,-4-3-2-15,6 2 2 16,-3-3 0-16,3 1 0 16,1 0 1-16,-5 0-2 0,2 2 1 15,-1-2 1-15,0-1-2 16,-3 4 4-16,3-3-4 16,-6 3 3-16,1 0-2 15,2-3 0-15,0 0-1 16,3 3 0-16,-3-3-1 15,0 2 2-15,6-1-1 16,-6-3-1-16,3 5 0 16,-2-2 0-16,-4 2 2 15,5 0-1-15,-5-3-1 16,4 3 0-16,-7-4 1 16,3 4-1-16,0 0 2 0,-6 0-2 15,3 0 0-15,-3 0 0 16,6 0 0-16,-5 0 0 15,2-3-2-15,5 3 2 16,1 0 0-16,1-2 0 16,2-1 2-16,-1 1-4 15,2 2 4-15,-1 0-2 16,-6-3 0-16,1 3 0 16,-2 0 1-16,-2-1-1 15,-3 1 0-15,3 0 0 16,0 0 0-16,0 0 0 15,0 0 0-15,0-2 0 16,7 1 0-16,-7 1 0 16,3 0 0-16,-1 0 0 15,-1-3 0-15,1 3 0 0,2 0 0 16,-1-2 0-16,0 2 0 16,-3 0 0-16,3 0 0 15,3 0 0-15,-5-2 0 16,4 2 0-16,-5-1 0 15,3-1 0-15,-3 2 0 16,-3 0 0-16,4 0 0 16,-4 0 0-16,0 0 0 15,0 0 0-15,0 0 0 16,0 0 0-16,3-3 0 16,3 3 0-16,-3 0 0 15,-3 0 0-15,5 0 0 0,-5 0 0 16,0 0 0-16,1 0 0 15,-1 0 0-15,0 0 0 16,3 0-1-16,-1 0 1 16,1 0-3-16,1 0 3 15,-1 0-1-15,-3 0 1 16,3 0 0-16,-3 0 0 16,3 0 0-16,-3 0 1 15,0 0-1-15,0 0 0 16,0 0 1-16,0 0-1 15,0 0 0-15,0 0-1 16,0 0 1-16,0 0 0 16,3 0 0-16,-3 0 0 0,0 0 0 15,0 0 0-15,3 0 0 16,0 0 1-16,3 0-1 16,-6 0 0-16,9-3 2 15,-8 3-2-15,2 0 1 16,-3 0-1-16,2 0 0 15,-2 0 0-15,0 0 0 16,0 0 2-16,0 0 1 16,0 0-1-16,0 0 0 15,0 0 1-15,0 0-3 16,0 0 1-16,0 0-1 16,0 0 1-16,0 0 0 0,0 0 0 15,0 0-1-15,0 0 2 16,0 0 1-16,0 0 1 15,0 0 2-15,0 0-3 16,0 0 4-16,0 0-3 16,0 0 2-16,0 0-4 15,0 0 3-15,0 0 1 16,0 0-3-16,0 0 0 16,0 0-2-16,0 0 2 15,0 0-1-15,0 0 0 16,0 0-1-16,0 0 0 15,0 0-1-15,0 0 0 16,0 0 0-16,0 0 2 16,0 0-2-16,0 0 0 15,0 0 0-15,0 0 0 0,0 0 0 16,0 0 0-16,0 0 0 16,0 0 0-16,0 0 0 15,0 0 0-15,0 0 0 16,0 0 0-16,0 0 0 15,0 0 0-15,0 0 0 16,0 0 0-16,0 0 0 16,0 0 0-16,0 0 0 15,0 0 0-15,0 0 0 16,0 0 0-16,0 0 0 16,0 0 0-16,0 0 0 15,0 0 0-15,0 0 1 0,0 0-1 16,0 0 1-16,0 0-1 15,0 0 1-15,0 0 0 16,0 0 0-16,0 0 1 16,0 0 0-16,0 0 0 15,0 0 3-15,0 0 1 16,0 0 1-16,0 0-3 16,0 0 0-16,0 0-1 15,0 0 0-15,0 0 1 16,0 0-1-16,0 0 0 15,0 0-2-15,0 0 1 16,0 0-2-16,0 0 0 16,0 0 2-16,0 0 0 0,0 0-1 15,0 0 0-15,0 0-1 16,0 0 0-16,0 0 1 16,0 0-1-16,0 0 0 15,0 0 0-15,0 0 0 16,0 0 1-16,0 0-1 15,0 0 0-15,0 0 2 16,0 0-2-16,0 0 0 16,0 0 0-16,0 0 1 15,0 0-1-15,0 0 1 16,0 0 4-16,0 0-5 16,0 0 1-16,0 0 0 0,0 0 3 15,0 0-3-15,0 0 1 16,0 0-1-16,0 0 2 15,0 0-2-15,0 0 1 16,0 0 2-16,0 0-2 16,0 0 0-16,0 0-2 15,0 0 5-15,0 0-3 16,0 0 1-16,0 0-2 16,0 0 1-16,0 0 1 15,0 0-1-15,0 0 0 16,0 0-1-16,0 0 1 15,0 0-2-15,0 0 1 16,0 0-1-16,0 0-10 16,-24 0-91-16,-15 0-197 15</inkml:trace>
  <inkml:trace contextRef="#ctx0" brushRef="#br0" timeOffset="54380">5592 8808 6 0,'0'0'6'0,"0"0"-1"0,0 0-2 15,0 0 5-15,0 0-1 16,0 0 1-16,0 0-1 16,0-4-4-16,0 1 5 15,0 3 6-15,0-2-2 16,0 0 7-16,0-1-5 15,0 0 1-15,1 3-6 16,-1-3-2-16,2 3 1 16,-2 0 11-16,0 0 1 15,0 0-2-15,0 0-2 16,0 0-9-16,0 0-3 16,0 0-4-16,0 0 0 15,0 0-1-15,0 0-4 0,0 0 0 16,0 0-1-16,0 0 2 15,0 0-1-15,0 0 0 16,0 0 1-16,0 0 0 16,0 0 4-16,0 3 1 15,0 5 1-15,0-3-1 16,3-1 1-16,4 3 1 16,-7-1-2-16,6-1-1 15,-3 0 0-15,-3-1 2 16,3-1 0-16,-3-1-1 15,0 0 2-15,0-1-2 16,0 0-1-16,0 1 2 16,0-1-1-16,0 2-1 0,0 0 2 15,0 1 0-15,0 2-2 16,0-2 2-16,0 3 2 16,0-1-1-16,0 0 0 15,0 1-2-15,0 1 4 16,0-3-5-16,0 3 4 15,0 1-1-15,0-1-1 16,0 0 3-16,0 0-1 16,0-3-4-16,0-1 1 15,0 4 0-15,0-6 0 16,0 4-1-16,0-2 0 16,0 1 1-16,0-3-1 0,0 4 0 15,0-2 0-15,0 0 1 16,0 2-1-16,0-1 2 15,0-1-1-15,0 3 0 16,0-4-1-16,0 4 1 16,0-4 2-16,0 4-3 15,0 0 2-15,0 0-1 16,0-2 3-16,0-1-2 16,0 2-1-16,0-2-1 15,0 3 0-15,0-1 0 16,0 1 4-16,0 0-4 15,0-2 0-15,0 0 1 0,0 0 0 16,0-2-1 0,0 1 0-16,0 1-1 15,0-3 1-15,0 1 0 0,0 1 1 16,0-1-2-16,0 2 2 16,0-3-1-16,0 4 0 15,0-2 1-15,3-2-1 16,0 6 0-16,0-2 2 15,-3-3-1-15,0 0 0 16,0 4-1-16,3-3 2 16,-3-1-2-16,6 0 3 15,-6 4-3-15,3-4 2 16,-3 0-2-16,0 1 1 16,1 0 0-16,1 1 2 15,1-1-1-15,-3-1-1 0,3 2 1 16,-3 0-2-16,0-1 0 15,3 2 2-15,-3-2-1 16,0-1 2-16,3 3-2 16,-3-2 0-16,0-2-1 15,0 6 3-15,0-6-1 16,3 4-1-16,-3-5 0 16,0 6 1-16,0-7-2 15,3 3-1-15,-3-3 1 16,0 3 3-16,0 0-2 15,0 0-1-15,0-2 3 16,0 6 1-16,0-4 1 0,4 1-4 16,-4-2 0-16,0 5 0 15,0-3-1-15,0-1 3 16,0 3 0-16,0-6-3 16,3 7 2-16,0-6 2 15,-3 2 2-15,0 0-1 16,0 0-1-16,3-1-1 15,-3 0 2-15,0 3-1 16,0-2 0-16,3 1 2 16,-3-1-1-16,0-3-5 15,0 2 2-15,5-1-2 16,-5-1 5-16,0 0-2 16,0 0 3-16,0 0 1 0,0 0 0 15,0 0-1-15,0 0 1 16,0 0 3-16,0 0 1 15,0 0-11-15,-21-10-136 16</inkml:trace>
  <inkml:trace contextRef="#ctx0" brushRef="#br0" timeOffset="56347.33">5544 8831 11 0,'0'0'8'15,"0"0"-3"-15,0 0-3 16,0 0 1-16,0 0-2 16,0 0 1-16,0 0 1 15,0 0-1-15,0 0-1 16,0 0-1-16,0 0-1 15,3 0 1-15,0 0-1 0,3 0 1 16,0 0 3 0,0 0 2-16,1 0 6 0,2 0-4 15,0 0-2-15,3 0 4 16,-3 0 9-16,0 0 0 16,3 0-5-16,0 0-2 15,0 0 0-15,4-3 3 16,-2 3-5-16,-1-3-5 15,2 2 1-15,-2-2 2 16,-5 3-1-16,4 0-4 16,-2-3 2-16,-4 3-4 15,0-2 0-15,2 1 1 16,-4 0-1-16,2 1 1 16,-3-3 2-16,6 3-2 15,-6 0 0-15,0 0-1 0,4 0 0 16,-2 0 1-16,1 0-1 15,0 0 0-15,3 0 4 16,1 0-1-16,2 0 0 16,-6-3 0-16,6 3 1 15,0 0 3-15,-3-1-1 16,3 1 2-16,-3-3-2 16,4 0 1-16,-1 3 0 15,-3-2-3-15,3 2-3 16,0 0 1-16,0-2 0 15,1 2 2-15,-2-3-4 16,-1 3 3-16,-1 0-3 0,0-3 0 16,-1 3 0-16,2 0 0 15,-1-3 1-15,3 3-1 16,0 0 0-16,0 0 0 16,1 0 0-16,2 0 0 15,-3 0-1-15,0 0 0 16,-3-1 1-16,-6 1 0 15,4 0 0-15,-4 0-2 16,2 0 2-16,-2 0 2 16,0 0-2-16,3 0-2 15,-3 0 1-15,7 0 1 16,-7 0 1-16,6 0-1 16,-1 0 2-16,-1 0-1 15,-1 0-1-15,3 0 0 0,-3 0 0 16,4 0 0-16,-1 0 0 15,-1 0 1-15,1 0-1 16,-2 0 0-16,5 0-1 16,0 0 1-16,-3 0 1 15,3 0-1-15,-3 0 1 16,6 0-1-16,-3 0 0 16,-2 0 0-16,-1 0 0 15,3 0 0-15,-3 0 1 16,0 0-1-16,3 0 2 15,-5 0-2-15,-1 0 0 16,3 0 2-16,2 0-1 0,-1 0-1 16,-1 0 0-16,0 0 4 15,0 0-4-15,0 0-3 16,0-2 2-16,-3 2 1 16,4 0 1-16,1 0-1 15,-2 0 0-15,1 0 3 16,2-3-1-16,1 3-2 15,-2 0 4-15,-2 0 3 16,1 0-1-16,-1 0-2 16,-1-4-1-16,1 4 4 15,1 0-1-15,-4 0-3 16,-3 0-1-16,0-1-1 0,-3 1-1 16,0 0 2-1,0 0 4-15,0 0 0 0,0 0 0 16,0 0 3-16,0 0 3 15,0 0 11-15,0 0 16 16,0 0 1-16,0 0-11 16,0 0-3-16,0 0-12 15,0 0-8-15,0 0-1 16,0 0-2-16,0 0 1 16,-3 0-4-16,-9 0-2 15,-15 0-104-15,-7 5-116 16</inkml:trace>
  <inkml:trace contextRef="#ctx0" brushRef="#br0" timeOffset="79661.35">3857 9227 5 0,'0'0'15'0,"0"0"2"16,0 0-6-1,0 0-3-15,0 0 9 16,0 0-2-16,0 0-2 0,0 0 2 16,-18-3-2-16,15 3-3 15,2 0-2-15,1 0-1 16,-3 0-4-16,3-1 1 16,-2 1-1-16,2 0 3 15,-3 0-2-15,0-2 0 16,0 1-1-16,0 1 2 15,-3-2-4-15,2 2 1 16,1 0 1-16,3 0 4 16,0-3 5-16,-3 3-3 15,0 0 0-15,1-2-2 16,-2 2 5-16,1-2-5 0,3 1-2 16,-3-2 3-1,1 3 1-15,-1 0 7 0,-1 0-7 16,4 0 1-16,0 0-4 15,0 0 0-15,0 0-4 16,0 0 3-16,0 0-5 16,0 0 3-16,0 0-3 15,0 0-3-15,0 0 2 16,0 0-2-16,0 0-4 16,0 0 2-16,0 0-2 15,0 0 1-15,0 0 0 16,4 0 5-16,7 0 0 15,1 4 0-15,-2 0 1 0,-4-1 0 16,5 0 0 0,0 0 0-16,-3 3-1 0,1-1 1 15,4 0 2-15,-4-1-2 16,2 1 5-16,-1 0-5 16,-4-2 0-16,3 3 0 15,0-5 2-15,-3 1-2 16,0 3 0-16,0-2 0 15,-3-1 1-15,3 1-1 16,0 0 2-16,1-2-2 16,-1 2 0-16,-1 1 0 15,1-1 1-15,0 1 1 16,-2-1-1-16,2 0-1 16,0 1 1-16,-6-1 2 0,3 0-3 15,3 0 1-15,-6-2 1 16,3 1-2-16,-1-2 0 15,2 0 0-15,-4 5 0 16,1-5 0-16,2 0 0 16,-3 0 2-16,0 0-1 15,0 0 1-15,0 0 2 16,0 0-2-16,0 0-2 16,0 0 1-16,0 0-1 15,0 0 0-15,0 0 0 16,0 0 1-16,0 0 1 15,2 0 1-15,-2 0 0 0,0 0-1 16,0 0 5-16,0 0 0 16,0 0 5-16,0 0 0 15,0 0 7-15,0 0 2 16,0 0 0-16,0 0 0 16,3 0-1-16,-3 0 1 15,3-5-9-15,-3 3-10 16,6-2-2-16,0 1 0 15,-3-4-1-15,1 7 2 16,-1-4-1-16,2 1 0 16,1 0 1-16,-2 0-1 15,4-1 0-15,-1 0 0 16,-1-2 0-16,3-1 0 0,-1 2 0 16,0 2 0-1,-3-4 0-15,1 4 0 0,0-1 0 16,0-2 0-16,1 2 1 15,-4-1-1-15,3 0 1 16,-1 2-1-16,-2-1 2 16,0 2-2-16,4-3 1 15,-1 2 0-15,-3 0-1 16,0 0 1-16,3 0 0 16,-6 3-1-16,3-3 0 15,0-1 2-15,-3 4 0 16,3-3-2-16,1 2 0 0,-2 1 2 15,1-2-1-15,-3 2-1 16,0-3 2 0,3 3-2-16,-3 0 0 0,3-1 0 15,3-2 1-15,-6-1-1 16,6 1 0-16,1 3 0 16,2-6-1-16,-4 3 2 15,2 2-1-15,-5-1 0 16,1-3 0-16,1 5-1 15,-1 0 1-15,0 0 0 16,3-2 0-16,-3 1 0 16,-3-1 0-16,0 2 0 15,0 0 1-15,0 0-1 0,0 0 0 16,0 0 3-16,0 0 0 16,0 0-1-16,0 0-1 15,0 0 3-15,0 0 3 16,0 0-1-16,0 0 1 15,0 0 1-15,0 0 0 16,0 0-2-16,0 0-1 16,0 0 0-16,0 0-1 15,0 0-1-15,0 0 0 16,0 0-1-16,0 0 3 16,0 0-1-16,0 0 1 15,0 0 1-15,0 0 0 0,0 0-3 16,0 0 1-1,0 0-4-15,0 0 0 16,0 0-1-16,0 0-6 0,0 0-30 16,0 0-203-16,-9 5-117 15</inkml:trace>
  <inkml:trace contextRef="#ctx0" brushRef="#br0" timeOffset="84279.67">811 11093 1 0,'0'0'25'0,"0"0"-14"16,0 0-4-16,0 0 0 15,0 0-5-15,0 0-1 16,0 0-1-16,0 0 0 15,0 0 0-15,0 0 0 16,0 0 1-16,0 0 6 16,0 0 3-16,0 0 4 15,0 0 5-15,0 0-6 16,0 0-1-16,0 0 2 16,0 0 2-16,0 0 6 15,0 0-3-15,0 0-7 0,0 0-1 16,0 0-5-16,0 0-1 15,0 0 2-15,0 0-5 16,0 0-2-16,0 0-5 16,0 0 2-16,0 0-2 15,0 0 5-15,0 0-6 16,3 0 5-16,9-3 1 16,10 0 2-16,-1 0-2 15,6-1 2-15,2-3-2 16,3 4 0-16,-6 0 2 15,2-4-2-15,-1 4 1 16,-3 0-1-16,-4 2 0 16,-3-2 0-16,5 0 1 0,-4 3-1 15,0-3 0-15,0 2 0 16,0-2 0-16,3 0 0 16,1 2 0-16,1-5 0 15,2 4 0-15,0 2 0 16,-1-3 0-16,3 1 0 15,-2 0 1-15,-2-1-1 16,-1 2 0-16,2-2 0 16,3-3 0-16,-2 3 0 15,3-1 2-15,-2 0-1 16,-1-1 0-16,-1 2-1 16,6-2 1-16,-8 2 0 0,5 0 2 15,1 0-3-15,2 0 1 16,-4-1 0-16,5 0 0 15,-4-2 1-15,0 3 0 16,-5 3-1-16,-1 0-1 16,-3-3 0-16,6 3 1 15,-2-4 0-15,1 3-1 16,2-2 0-16,5 1 2 16,1-1-2-16,-1-1 1 15,4 0 1-15,3 1-1 16,-7-3 5-16,3 3-3 15,-6-2-1-15,-3 2-2 16,1 1 1-16,2 2 0 0,0-1-1 16,1-2 0-1,2 0 0-15,-3 2 2 0,1-3-2 16,5 1 0-16,-2 0 1 16,2 0 0-16,0-3-1 15,-3 4 0-15,-2 0 0 16,2-1 1-16,-2 0-1 15,-1 2 0-15,-3-1 0 16,3-2 0-16,0 2 0 16,6-1 1-16,-5-2-1 15,0 3 0-15,-1 0 0 16,0 1 0-16,-5-3 0 16,1 4 0-16,2-3 0 15,-4 2 0-15,4-2 0 0,-8 0 2 16,8 0-1-16,-4 2-1 15,1-2 0-15,-2 0 1 16,-1 3 0-16,5-4 4 16,-3 1-5-16,3 0 2 15,-5 3 2-15,-1-3-4 16,6 0 1-16,-2-2 1 16,-1 3 1-16,0-2-2 15,0 1 3-15,-2 0-4 16,1 3 0-16,-4-4 1 15,2 1-1-15,-2 0 0 16,1 2 0-16,2-2 0 16,-1 0 0-16,-3 1 0 0,4 1 0 15,1-3 1-15,2-1-1 16,-1 3 0-16,1-3 1 16,-2 2-1-16,2-2 0 15,-3 3 0-15,1 1 0 16,-2-2 0-16,-6 0 0 15,4 0 0-15,-7 3 0 16,-1 0 0-16,2-2 0 16,-1 2 0-16,0-3 0 15,1 1 0-15,2 2 1 16,-4-3-1-16,5 3 0 16,-1-1 1-16,0-2 1 0,0 0 0 15,0 1-2 1,1-1 1-16,1 2 0 0,-5 0 1 15,1-2-1-15,-4 3-1 16,3-3 1-16,-4 3-1 16,0-1 0-16,0 1 0 15,1 0 1-15,-3-2-1 16,3 2 0-16,-3 0 3 16,7-1-3-16,-5-1 1 15,1 2 0-15,0 0-1 16,0 0 0-16,-2-3 1 15,5 3 0-15,-6 0-1 16,6-4 1-16,1 3 1 16,-2-2 2-16,4 0-2 15,-6 2 0-15,1 0 3 0,5 0-3 16,-4-2 0-16,-1 3 1 16,-1-4-2-16,0 3 5 15,-3 1-3-15,0 0 5 16,-3 0 0-16,0 0-1 15,0 0-2-15,0-2-3 16,0 2-1-16,0 0 2 16,3 0-3-16,-3 0 2 15,3 0 0-15,-3 0 4 16,0 0 5-16,0 0 4 16,0 0 8-16,0 0-4 15,0 0-2-15,0 0 0 0,0 0-7 16,0 0-2-16,0 0-6 15,0 0 1-15,-6 0-3 16,-25 0-81-16,-21 0-226 16</inkml:trace>
  <inkml:trace contextRef="#ctx0" brushRef="#br0" timeOffset="85614.08">607 10643 19 0,'0'0'20'0,"0"0"-6"16,0 0 0-16,0 0 4 15,0 0 2-15,0 0-8 16,-63-5 12-16,54 5-10 15,-4 0-14-15,1 5-2 16,-6 3-1-16,3 1 1 16,-3 2 2-16,6 2 1 0,0-3-1 15,3 2 0-15,2 2-1 16,7 1 1-16,0-3-3 16,0 1 3-16,7 1-1 15,11-2 0-15,6 1-3 16,3 0 3-16,4-3 0 15,-1 0 0-15,7-3 0 16,-7 3 1-16,3-6-1 16,-2 3 1-16,2-4 0 15,0-3 1-15,-5 0 3 16,2 0 4-16,-3 0-2 16,-6 0 1-16,1-3 3 0,-7-2 1 15,0 1-3-15,-1 2 0 16,-3-4 1-16,3 2 5 15,-4-2-3-15,4-1-5 16,-7 0 2-16,0 0 2 16,1-2 2-16,-5 2 0 15,-3-3 2-15,0 3-8 16,0-3 4-16,0 1-4 16,-9-2-4-16,-10 2-1 15,-2-4 1-15,-4 4-2 16,-4-2 1-16,-5 5 2 15,-5-1 6-15,2 3-8 16,-6 1-1-16,-2 3 3 16,3 0 2-16,0 0-3 15,8 0-2-15,4 0-4 0,9 3 2 16,2 3-2-16,4-4-2 16,9 1 4-16,3 0-18 15,3 0-30-15,0 0-13 16,9 2-6-16,19-2-1 15</inkml:trace>
  <inkml:trace contextRef="#ctx0" brushRef="#br0" timeOffset="86116.65">886 10812 0 0,'0'0'3'0,"0"0"38"15,0 0 0-15,0 0-8 16,0 0-22-16,0 0-8 16,-17 1-1-16,14-1-2 0,-4 0 7 15,4 0-4-15,0 0-2 16,3-1 5-16,0-6-6 16,0 5-1-16,0-5-2 15,3 0 3-15,10 1-2 16,4-1 1-16,-4 4 0 15,-4-1 0-15,-6 4-4 16,-3 0-2-16,0 0-7 16,0 0 2-16,0 0-3 15,0 0 5-15,0 0 5 16,0 0 3-16,0 0 2 16,0 0 0-16,0 5 0 0,0-3 0 15,0 4-8-15,0-2 1 16,-6-1-9-16,0 1-25 15</inkml:trace>
  <inkml:trace contextRef="#ctx0" brushRef="#br0" timeOffset="86328.79">886 10812 28 0</inkml:trace>
  <inkml:trace contextRef="#ctx0" brushRef="#br0" timeOffset="86759.98">886 10812 28 0,'-111'20'28'0,"111"-20"-17"0,0-3-10 0,0-4 1 15,0 4-2-15,3-3 9 16,9 3-1-16,4-4-4 16,1 0 2-16,5 4-2 15,-1-4 1-15,-4 4-1 16,-1 2-4-16,-4-2 0 16,0 0 1-16,-2 3-1 15,1 0 0-15,-2 0-1 0,-2 0-2 16,2 0 1-16,0 0-2 15,-1 0 1-15,-1 0 2 16,-1 3-1-16,6 4 2 16,-2 0 9-16,1 3 3 15,-2-3 2-15,1 2-5 16,-4-2 3-16,3 3-7 16,-1 0 0-16,0-3-2 15,-3 3-1-15,4-2 8 16,-3-1-5-16,1-3-1 15,-2 2-2-15,2-2-1 16,-2-2 3-16,1 1-3 16,4-1 3-16,-7 0-3 0,3-1 0 15,-3-1 0 1,2 0 2-16,-1 0-1 0,3 0 1 16,-2 0 1-16,7 0 2 15,1 0-1-15,-4-3-5 16,5-4-12-16,-1-3-31 15,-4 0-40-15</inkml:trace>
  <inkml:trace contextRef="#ctx0" brushRef="#br0" timeOffset="87174">1187 10706 6 0,'0'0'19'16,"0"0"-12"-16,0 0-3 15,0 0 3-15,0 0 36 16,0 0-17-16,33 21-7 15,-20-13 5-15,-1 1 0 16,2 3-2-16,2-1 1 16,-4-2-2-16,1 4 4 15,-2-3-14-15,-1-4 4 0,-1 5 2 16,-3-5-4-16,0 4 4 16,-3-6 3-16,2-1-7 15,-5-3-5-15,0 0 2 16,0 0-4-16,0 0 2 15,0 0 3-15,0 0-4 16,0 0 0-16,0 0-1 16,0 0-3-16,0 0-3 15,5 0-6-15,3-7-149 16</inkml:trace>
  <inkml:trace contextRef="#ctx0" brushRef="#br0" timeOffset="94177.17">3990 10040 19 0,'0'0'31'15,"0"0"-14"-15,0 0-11 16,0 0-5-16,0 0-2 16,0 0 2-16,-6 0 1 0,6 0 6 15,0 0 13-15,0 0-4 16,0 0-7-16,0 0-10 16,0 0 0-16,0 0-4 15,0 0-1-15,0 0 0 16,0 0 3-16,0 0-3 15,0 0 0-15,0 0-2 16,0 0 2-16,0 0 5 16,10 3 1-16,-1 1 3 15,0 2 2-15,3 3 1 16,-3-2 7-16,0 3-2 16,4 4-2-16,-2-1 5 0,1-1 4 15,-5 2-12-15,2 0 2 16,-6 1 0-16,3-2 0 15,-3-2-2-15,2 5 3 16,0-2 2-16,-2 0-2 16,-3-2-7-16,2 4 7 15,1-3-3-15,-3-2-6 16,6 2 3-16,-3 3 5 16,0-5-4-16,0 1 0 15,0 2-4-15,1-1 1 16,-1 1 1-16,-3-2 0 15,3-1 2-15,2-3-4 16,-4 1 0-16,2 0 3 16,-3 0 1-16,2 1-2 0,-2-3 0 15,3 3 3-15,0 0-3 16,-3-1 2-16,0-1-3 16,0-1-2-16,0-2 1 15,3 2 1-15,1 0-2 16,-1 3 4-16,-3-4 0 15,0 1-4-15,3 0 0 16,-3-1 1-16,0 1-1 16,3 0 1-16,0-1-1 15,0 1 1-15,-3-2-1 16,3 0 2-16,-3 2-2 16,0-2 2-16,3-1-1 15,0 2-1-15,0-3 0 0,1 1 1 16,-4 0 1-16,0-1-1 15,0 2 0-15,0 0 0 16,0-2 2-16,0 0-1 16,0-2 0-16,0 1-1 15,0 1 2-15,0-3 2 16,0 5 0-16,2-5-1 16,-2 0 3-16,0 0-3 15,0 0 4-15,0 0-3 16,0 0 3-16,0 0-1 15,0 0 3-15,0 0 0 16,0 0-3-16,0-1-7 16,0-9-74-16,0-6-67 0,-9-4-44 15</inkml:trace>
  <inkml:trace contextRef="#ctx0" brushRef="#br0" timeOffset="97425.89">4119 10050 1 0,'0'0'10'16,"0"0"4"-16,0 0-1 15,0 0 2-15,0 0-5 16,0 0 5-16,118 0-2 16,-98 0-5-16,-4-3 3 15,2 3 2-15,0-4-7 16,1 4 4-16,-2-3-5 15,-1 3-1-15,5-3 1 16,-3 3-2-16,1-1 2 0,4 1-3 16,-1 0 2-16,2-3-3 15,4 3 5-15,-1 0-5 16,-3-2 2-16,-3 2-1 16,4 0-1-16,-4-3 3 15,0 1 2-15,-3 2-4 16,1 0 2-16,2 0-3 15,-3-3 1-15,0 3-1 16,3 0 2-16,-5-3-3 16,1 3 1-16,2 0 0 15,-1-1 0-15,3-1 4 16,-2 1-3-16,5-1 3 16,-6 2-4-16,0-3-1 0,-6 1 3 15,7 0-2-15,1 1 0 16,-1-5 3-16,6 5 2 15,-4-1-2-15,2-1 0 16,2-1 1-16,0 1-5 16,-1-1 1-16,3 2-1 15,-3-2 3-15,0 0-1 16,-2 0-1-16,2 2 2 16,-6-4 0-16,3 5 2 15,-2-6-4-15,2 5 2 16,-3-2 1-16,1 1-1 15,1-2-1-15,-4 2-2 16,-1 1 0-16,3-1 0 16,-6 0 1-16,1-1-1 0,-1 4 0 15,-1-2 0-15,5-1 0 16,-4 3 0-16,3-2 0 16,-3-1 0-16,1 3 0 15,1-3 0-15,2 2 0 16,-4-2 0-16,9 3 0 15,-6-2 0-15,4-1 0 16,-2-2 0-16,2 2 0 16,0 1 1-16,-5 0-1 15,2 0 0-15,-1 2 0 16,-3-3 0-16,0 3 0 16,0-2 0-16,6 0 0 15,-6 2 0-15,1-3 0 0,1 3 0 16,2-3 0-16,-4 2 0 15,1-1 0-15,4-2 0 16,-1 4 0-16,-4-4 0 16,6 1 0-16,-3 3 0 15,4-3 0-15,-2 0 0 16,2 2 1-16,-5-1-1 16,2 1 0-16,-4-3 0 15,1 4 0-15,-5-3 0 16,1 3 0-16,-2 0-1 15,2 0 1-15,0 0-1 16,-1 0 0-16,5 0 1 0,-7-2 0 16,6 1 1-16,3-2-2 15,-3 3 2-15,1 0 0 16,-1-3-1-16,0 3 0 16,0 0 0-16,3 0 0 15,3-3 0-15,4-1 0 16,5 1 0-16,7 0 0 15,2-1 1-15,6 1-1 16,4-1 0-16,-10-1 1 16,-3 3-1-16,-5-1 0 15,-7 1 0-15,-6 2 0 16,1-3 0-16,-5 1 4 16,-2 1-4-16,-2-1 2 0,5 0 3 15,-3-1 8-15,1 2-3 16,1-1-7-16,1-2 0 15,1 1-3-15,-2 3 0 16,2-4 0-16,-4 4 2 16,3-3 0-16,-2 0-1 15,-2 0-1-15,4 0 0 16,1 0 3-16,-1 1-3 16,-4-1 0-16,2 0 2 15,-1 0-2-15,-3 3 0 16,-3 0 1-16,4-1-1 15,-2-1 0-15,-2 2 0 0,0 0 0 16,3-3 0 0,-3 3 0-16,7-2 0 0,-7 2 0 15,9-3 2-15,-7 3-2 16,-2-3 0-16,4 3-2 16,-4 0 1-16,0-3 2 15,3 3-1-15,0 0 0 16,3-1 0-16,-5 1 0 15,4-2 0-15,1 2 0 16,-3 0-1-16,1-3 0 16,2 3 1-16,-6 0-1 15,0 0 0-15,3 0 1 16,-4 0 0-16,-2-4 0 16,3 4 0-16,1 0 0 15,-1 0 0-15,3 0 2 0,-3 0-2 16,0 0 0-16,-3-1 0 15,3 1 0-15,0 0 0 16,-3 0 0-16,3 0 0 16,0 0 0-16,1 0-1 15,-1 0 1-15,0 0 1 16,2-2-1-16,-2 2 0 16,6 0 0-16,-6-1 0 15,4 1-1-15,-4-3 2 16,-3 3-1-16,0 0 2 15,3 0-2-15,-3 0 2 16,0 0 0-16,0 0 6 0,0 0-1 16,0 0 4-16,0 0 4 15,0 0 3-15,0 0 5 16,0 0 4-16,0 0-7 16,0 0-1-16,0 0-6 15,0 0 1-15,0 0-3 16,0 0-1-16,0 0 1 15,0 0-3-15,0 0-2 16,0 0 2-16,0 0-6 16,0 0 3-16,0 0-3 15,0 0 3-15,0 0 3 16,0 0-2-16,0 0 0 16,0 0-3-16,0 0-1 0,0 0 0 15,0 0-2-15,0 0 3 16,0 0-1-16,0 0-2 15,0 0 0-15,0 0 0 16,0 0 0-16,0 0 0 16,0 0 0-16,0 0 0 15,0 0 0-15,0 0 0 16,0 0 0-16,0 0 0 16,0 0 0-16,0 0-2 15,0 0 2-15,0 0 0 16,0 0 0-16,0 0-1 15,0 0 0-15,0 0 1 16,0 0 0-16,0 0 0 16,0 0-2-16,0 0 2 0,0 0 1 15,0 0-1-15,0 0 0 16,0 0 0-16,0 0 0 16,0 0 1-16,0 0-2 15,0 0 1-15,0 0-4 16,0 0 1-16,0 0 3 15,0 0-1-15,0 0 1 16,0 0 0-16,0 0-1 16,0 0 1-16,0 0 0 15,0 0 0-15,0 0 0 16,0 0-2-16,0 0 2 16,0 0 2-16,0 0-2 15,0 0 0-15,0 0-2 0,0 0 2 16,0 0-1-16,0 0 1 15,0 0 0-15,0 0 0 16,0 0 0-16,0 0 0 16,0 0 0-16,0 0-1 15,0 0 1-15,0 0 0 16,0 0 0-16,0 0-1 16,0 0 1-16,0 0 0 15,0 0 0-15,0 0 0 16,0 0 0-16,0 0-2 15,0 0 2-15,0 0 0 16,0 0 0-16,0 0 0 0,0 0 0 16,0 0 0-16,0 0 1 15,0 0-1-15,0 0 0 16,0 0 0-16,0 0 0 16,0 0 1-16,0 0-1 15,0 0 0-15,0 0 0 16,0 0 0-16,0 0 0 15,0 0 0-15,0 0 0 16,0 0 0-16,0 0 0 16,0 0 0-16,0 0 0 15,0 0 0-15,0 0 0 16,0 0 0-16,0 0-1 16,0 0 1-16,0 0 0 0,0 0 1 15,0 0-1-15,0 0 0 16,0 0 0-16,0 0 0 15,0 0-2-15,0 0 2 16,0 0 0-16,0 0-5 16,0 0-12-16,0 4-83 15,-25 6-100-15,-29 2 27 16</inkml:trace>
  <inkml:trace contextRef="#ctx0" brushRef="#br0" timeOffset="124309.64">8463 10235 39 0,'0'0'27'0,"0"0"-6"16,0 0 2-16,0 0-11 16,0 0-8-16,0 0 12 15,0 0 2-15,0 0-6 16,0 0-8-16,0 0 2 15,0-3 1-15,0 3-1 16,0 0 3-16,0 0 1 0,0 0 0 16,0 0-2-16,0 0 3 15,0 0 0-15,0 0 1 16,0 0 3-16,0 0-2 16,0 0-3-16,0 0-3 15,0 0 5-15,0 0 1 16,0 0-11-16,0 0-2 15,0 0 2-15,3 7 0 16,9 3 12-16,-2 1-2 16,1 0-8-16,-5 3 9 15,0 2-4-15,1 2 1 16,-1 1-7-16,0 0-1 16,0 4 9-16,-1-3-4 15,-2-3-1-15,4 1-3 16,-1-4 1-16,3 1-4 0,-3-1 2 15,1-3-1-15,1 3 5 16,-5-6-5-16,3 3 3 16,-3-5 2-16,-3 1 0 15,0 0 3-15,3-4-3 16,-3 1 2-16,3-2-1 16,1 2-3-16,-4 0 2 15,0-4-3-15,0 0 2 16,0 0-1-16,3 0-1 15,-3 0 0-15,0 0 1 0,0 0-3 16,0 0 5 0,0 0-6-16,0 0 0 0,0 0-56 15,0-4-119-15,-13-9-109 16</inkml:trace>
  <inkml:trace contextRef="#ctx0" brushRef="#br0" timeOffset="125105.73">8830 10173 4 0,'0'0'1'15,"0"0"14"-15,0 0 16 16,0 0-12-16,0 0-2 15,0 0 2-15,0-2 5 16,0 2 0-16,0 0-5 0,0 3-14 16,-3 5-3-16,-7 3 3 15,-1 1 3-15,2 4-4 16,-1-2 3-16,-2 5 0 16,4-2 1-16,2 0 3 15,-1 2-5-15,1-2-4 16,6-3 3-16,0 3-5 15,0-3 1-15,0 3-1 16,0-3 0-16,6 1 0 16,7-3-1-16,4-3 1 15,-1-1-1-15,5-3 1 16,0 2-3-16,-2-4 3 16,2 2 0-16,-3-5 4 15,0 2-4-15,3-2 1 0,3 0 2 16,1 0 4-16,2-2-4 15,-5-6 2-15,-2 5 0 16,-1-3-2-16,-13-2 1 16,0-1 3-16,-6 1 0 15,0-1-3-15,0-1-1 16,0-4 0-16,0 8-1 16,-12-3-1-16,0 2-1 15,-9 3 0-15,5 1 3 16,-5 0-3-16,0 3 0 15,-1 0 1-15,-5 0-1 0,3 0-3 16,0 6-1 0,-3 3 1-16,2-1 3 0,1 1 0 15,9-1-1-15,-1-2 0 16,10-3 1-16,3 1-5 16,3 1 0-16,0-3-12 15,0 3-43-15,3-4-15 16,13-1-7-16</inkml:trace>
  <inkml:trace contextRef="#ctx0" brushRef="#br0" timeOffset="125690.48">9167 10043 29 0,'0'0'64'16,"0"0"-57"-16,0 0 35 15,0 0-40-15,0 0-2 16,0 0-8-16,6 2 3 15,0 6 5-15,-1 1 14 16,5 3 17-16,-4 3-8 16,0 2 0-16,7 6 5 15,-7 2-14-15,5 2 5 16,-1-3 3-16,-4 3-8 16,3-8-3-16,-3 1-8 0,0-3 8 15,0-4-6-15,-3 0-1 16,-3-1-1-16,3-5 0 15,0 0-2-15,-3-1 1 16,0-5-2-16,3-1 2 16,-3 0-1-16,3 0-1 15,-3 0-18-15,0 0-21 16,0-4-45-16,3-6-60 16</inkml:trace>
  <inkml:trace contextRef="#ctx0" brushRef="#br0" timeOffset="126289.98">9428 10006 26 0,'0'0'4'0,"0"0"4"15,0 0 27-15,0 47-1 16,0-31-4-16,0 1-10 16,-7-2 8-16,-4-1 0 15,-5 3-2-15,4-3-1 0,-6 1-6 16,6-3-3-16,-3-3-9 15,-3 2-2-15,6-6-3 16,5-1 2-16,1-1-4 16,3-1 2-16,0-2 0 15,3 0 1-15,0 0 0 16,0 0-3-16,0-2-15 16,0-1-23-16,0-1 22 15,0-1 5-15,3 2 1 16,9-2 4-16,1 5 1 15,1-3 3-15,2 2-6 16,-4 1 3-16,6 0 2 0,-3 0-2 16,1 1 3-16,5 5-1 15,-6 4 3-15,2-1 2 16,-1 3 4-16,-3-2 0 16,-1 1 2-16,-1 0-6 15,-4-1 1-15,2 0-2 16,-9-1 4-16,3-2-3 15,0-3-2-15,-3-1 0 16,3 0 0-16,-3-3-9 16,0 2-43-16,0-2-25 15,0 0 0-15</inkml:trace>
  <inkml:trace contextRef="#ctx0" brushRef="#br0" timeOffset="126673.2">9540 9983 25 0,'0'0'0'0,"0"0"10"0,0 0-7 16,0 0 12 0,0 0 12-16,0 0 0 0,21 50-3 15,-12-33 7-15,-3 0 8 16,4 2-23-16,-1 1 5 16,2 0-11-16,-1-2-3 15,2 2-1-15,-6-3-1 16,1-3-3-16,1-2-2 15,-5-1 1-15,-3-5 0 16,0 1-1-16,0-3 0 16,0-4-2-16,0 0-62 15,0 0-27-15,0-3-10 16</inkml:trace>
  <inkml:trace contextRef="#ctx0" brushRef="#br0" timeOffset="126980.9">9768 9930 37 0,'0'0'11'16,"0"0"-11"-16,0 0 0 15,0 0 20-15,0 0 10 16,13 50 0-16,-6-31 4 0,0 1 4 16,-1-2-6-16,-3 2-14 15,6-3-4-15,-6-2-11 16,4 2-1-16,-1-8 0 16,-6 2 1-16,5-2-3 15,-5-2 0-15,0-5-3 16,0-2-120-16</inkml:trace>
  <inkml:trace contextRef="#ctx0" brushRef="#br0" timeOffset="127857.45">9917 9990 72 0,'0'0'33'0,"0"0"-32"16,0 0-1-16,0 0 0 15,0 0 0-15,0 0 5 16,111-23 4-16,-92 17 2 16,-1 3-3-16,-6 1-3 15,-3-1-2-15,-3 1 0 16,-2 2-2-16,2 0-2 0,-3 0 1 16,2 0 0-1,-2 0 0-15,3 0 0 0,-3 0 0 16,1 0-2-16,-4 0 1 15,0 2 1-15,0 6 0 16,0 1 7-16,0 2-2 16,-4-2-1-16,-8 4 3 15,1 0 2-15,-5-3-1 16,7 1 6-16,3 2-4 16,-3-3 2-16,3 2 1 15,0 0-1-15,6-3-4 16,0-1-3-16,0 0 0 15,0-2-2-15,0 1-1 16,0-3 2-16,0 2-3 0,3-3-1 16,6 4 1-16,-3-5 1 15,0 3-2-15,3-5 0 16,-3 2 2-16,4-2-2 16,-1 0 4-16,5 0 6 15,-1 0 10-15,2 0 14 16,6-5-11-16,-2-2-12 15,4 3-3-15,-4-5-2 16,-2 5-1-16,-1-3-3 16,-4 4-2-16,-5 0 3 15,0 0-2-15,-4 3 0 16,4-5 4-16,-1 0-5 16,1 4-1-16,-4-2-2 0,3 0-6 15,-3 3-26-15,-3-3-17 16,0 3-54-16</inkml:trace>
  <inkml:trace contextRef="#ctx0" brushRef="#br0" timeOffset="128016.45">10344 10093 172 0,'0'0'0'0,"0"0"-90"16,0 0 75-16,0 0-52 0</inkml:trace>
  <inkml:trace contextRef="#ctx0" brushRef="#br0" timeOffset="136809.62">14071 10003 12 0,'0'0'31'0,"0"0"2"16,0 0-4-16,0 0-4 16,0 0-8-16,0 0-3 15,0 0-3-15,0 0 2 16,-7-13-9-16,4 12 13 15,0-1-12-15,3-2 7 16,-6 2 3-16,0-2-9 16,3-3 1-16,-8 4-3 15,4-3-2-15,-2 3 8 16,-1-2 6-16,-2 5-4 16,-1 0-3-16,-1 0-4 0,-5 0-2 15,-1 0-3-15,-5 0-1 16,1 3 1-16,-8 5-3 15,3-3 3-15,0 3 0 16,7-2 0-16,2 1-1 16,6 2 1-16,5-2-5 15,3 1 3-15,6 1-2 16,0-1 2-16,0-2-5 16,0 2 2-16,3 0 3 15,9-1 1-15,4 0-1 16,5-2 2-16,1 2-1 15,7 0 1-15,-3-4 0 0,6 3 0 16,-2-2 1-16,-4 3-3 16,0-1 2-16,-4 0 0 15,-2 2 0-15,-7 1 0 16,-1 2-1-16,-8-1 1 16,0-1 0-16,-4 2 1 15,0-2 0-15,0 1 0 16,0 0 2-16,-4-3-1 15,-5 3 4-15,-1-3 7 16,0-1-1-16,1-1-6 16,3-4 3-16,-8 6 0 15,4-4 4-15,-6-3 0 16,-1 0-6-16,-5 3 0 0,-1-3-1 16,4 0-2-16,-5 0-3 15,5 0 1-15,7 0-1 16,-2-3 2-16,5-4-2 15,9-2-1-15,0-2-3 16,0-6-5-16,9 3 0 16,8-3 7-16,8 0-5 15,-1 1 1-15,-3 2 0 16,3 3 1-16,-5 2 1 16,1-1 3-16,-1 3 0 15,-5-1 0-15,-4 0 0 16,-1 4 0-16,-6 1 0 0,0 1 1 15,-3 2 1-15,0 0 2 16,0 0-4-16,0 0 0 16,0 0-1-16,0 0-5 15,0 0-33-15,0 0-50 16,0-2-48-16</inkml:trace>
  <inkml:trace contextRef="#ctx0" brushRef="#br0" timeOffset="137252.63">14289 9922 37 0,'0'0'17'15,"0"0"-14"-15,0 0-3 16,0 0 18-16,0 0 7 16,0 48-2-16,0-32-7 15,0-2 9-15,0 3 4 0,0-1 3 16,0 4-19-1,0 2 0-15,0-1 6 0,0 1-4 16,0 3-4-16,0-4-1 16,0 0-3-16,0-4 0 15,0 2-4-15,-6-5-2 16,2 0 2-16,1-5-2 16,-3 1-1-16,6-7 2 15,-3 0-2-15,-1 1 0 16,4-4-3-16,0 0-35 15,0 0-53-15,0 0-1 16</inkml:trace>
  <inkml:trace contextRef="#ctx0" brushRef="#br0" timeOffset="137775.57">14709 9911 59 0,'0'0'0'0,"0"0"1"16,0 0 27-16,0 0 7 15,-20 58-13-15,-6-40 1 16,0 2-2-16,-7-1 1 0,-3 2 15 15,-2-1-15-15,0-1-4 16,1-6-7-16,4 3 1 16,-2-5-2-16,6-2-4 15,8-2 0-15,12-6-3 16,3-1 0-16,6 0 5 16,0 0-8-16,0-11 0 15,0-3-30-15,0 2 11 16,12 1-3-16,5 2 3 15,-1 2 9-15,0 7 2 16,-4 0 2-16,0 0-3 16,0 0 2-16,0 14 2 15,-4 2 4-15,2 1 1 0,-1 6 1 16,-3-4 3-16,7-2-1 16,-6-4-2-16,7-1 1 15,-8-3-2-15,0-4 1 16,0-2 0-16,0 1-1 15,-2-3 0-15,0-1-1 16,5 0-36-16,4 0-25 16,-6 0-43-16</inkml:trace>
  <inkml:trace contextRef="#ctx0" brushRef="#br0" timeOffset="138122.62">14841 9990 104 0,'0'0'5'0,"0"0"-5"16,0 0 0-16,0 0 15 15,0 53 3-15,0-29 8 16,0 2 7-16,0-1-10 16,0 3 4-16,0-3-2 0,0-3-3 15,0 0-6 1,0-5-6-16,0 2-7 0,0-5-2 16,3-2 1-16,-3-1 0 15,0-5 0-15,0-1-2 16,0-3-14-16,0-2-68 15,0 0-97-15</inkml:trace>
  <inkml:trace contextRef="#ctx0" brushRef="#br0" timeOffset="138422.61">15078 9969 114 0,'0'0'14'16,"0"0"-14"-16,0 0 0 15,0 0 6-15,0 0 21 16,0 0 7-16,12 54-7 16,-12-27 2-16,0-1 6 15,0 4-15-15,0-4-1 16,0-2-5-16,0-4-2 15,-3-3-8-15,1-3-3 16,-1 0 0-16,0-6 0 16,3-2-1-16,-1-2-5 15,-2-2-82-15,-1-2-80 0</inkml:trace>
  <inkml:trace contextRef="#ctx0" brushRef="#br0" timeOffset="138654.07">14822 10151 154 0,'0'0'0'0,"0"0"0"16,0 0 22-1,0 0-6-15,0 0-7 0,137-39-5 16,-105 33-4-16,0-5-39 16,-10 2-127-16</inkml:trace>
  <inkml:trace contextRef="#ctx0" brushRef="#br0" timeOffset="139225.15">15250 10020 242 0,'0'0'12'16,"0"0"-8"-16,0 0-4 0,0 0 10 16,0 0-9-16,0 0-1 15,55 0 8-15,-39 0-2 16,1 0-1-16,-7 0-1 15,-3 0-2-15,1 0-1 16,-1 0-1-16,4 0 0 16,-2 3 0-16,0 0 0 15,1 2 1-15,-3-3-1 16,3 2 4-16,-10 2-4 16,3-2 1-16,-3 5 0 15,0-1 1-15,0 3 0 16,-24 3 0-16,-3 3 3 0,0 2-4 15,-6-2-1-15,8 0 1 16,5-3-2-16,4-2 1 16,0-2-1-16,5 0 1 15,6 0-1-15,0-3 1 16,5 0 0-16,-3-1 0 16,3-1-1-16,0-4 1 15,0 6 0-15,0-6-2 16,0 1 2-16,0-2-1 15,0 3 1-15,0-3 0 16,8 0 0-16,2 3 0 16,2-3 1-16,2 0 1 15,5 0 6-15,9 0 4 0,2 0-3 16,-7-3-6 0,3 0-2-16,-8-4-2 0,3 4-44 15,-5-3-35-15,-3 0-28 16</inkml:trace>
  <inkml:trace contextRef="#ctx0" brushRef="#br0" timeOffset="139396.77">15592 10224 39 0,'0'0'0'0,"0"0"0"16,0 0 0-16,0 0 0 16</inkml:trace>
  <inkml:trace contextRef="#ctx0" brushRef="#br0" timeOffset="148308.37">18864 10067 28 0,'0'0'14'0,"0"0"7"0,0 0 0 15,0 0-5-15,0 0 6 16,0 0-1-16,0 0-10 16,0 0 7-16,4 0-4 15,-4 0-8-15,0 0 5 16,0 0-4-16,0 0-5 15,0 0-1-15,0 7 0 16,0 3 13-16,0 2-4 16,0 7 10-16,-4-2-2 15,-8 2 0-15,0 1-10 16,-3-1 1-16,3 1-6 16,-1-1 7-16,-3-4-8 0,0 2-1 15,3 0 5-15,-5 2-5 16,3-2 3-16,-1-3-2 15,2-2-2-15,2-2 2 16,11 0-4-16,1-3 2 16,0-2-1-16,0 0 1 15,0 2 0-15,10-5 0 16,10 1 0-16,5-3 0 16,0 0 0-16,13 0 4 15,2 0-1-15,-5 0-3 16,-2-3 0-16,-4 0 0 15,-13 0-1-15,-6 0-1 16,-5 2-7-16,-2-1 9 0,-3-3 0 16,1 2 3-1,-1-3-3-15,0 1 1 0,0 0-1 16,0 2 0-16,0-1 0 16,0 1 0-16,0 1 1 15,0 2-1-15,0 0 0 16,0 0 0-16,0 0 0 15,0 0 0-15,0 0 0 16,0 0-5-16,0 0-5 16,0 0 3-16,0 9 5 15,0 1 0-15,0 2 2 16,0 3 0-16,0-2 0 16,0 3 0-16,0-2 0 15,7-2 0-15,-1-4 0 16,-3 1 0-16,1-1 0 0,-3-6 1 15,2 4-1-15,-3-5 0 16,2 2 0-16,-2-3 0 16,0 2 0-16,3 1-5 15,0-1-43-15,-2-2-54 16,2 0-38-16</inkml:trace>
  <inkml:trace contextRef="#ctx0" brushRef="#br0" timeOffset="148714.06">19346 10122 42 0,'0'0'34'0,"0"0"-24"15,0 0 17-15,0 0 3 16,0 0-30-16,0 0 2 16,0 0-2-16,10 39 33 0,-10-22-14 15,0 3 2-15,0 1-2 16,0-3-5-16,0-1-4 15,0 3 5-15,0-3-11 16,-3 2 4-16,-4-3-4 16,0-2-3-16,1 1-1 15,5-4 2-15,-2-3-1 16,3-2 1-16,0-2-2 16,0-2 0-16,0-2-54 15,0 0-74-15</inkml:trace>
  <inkml:trace contextRef="#ctx0" brushRef="#br0" timeOffset="149223.31">19691 10123 56 0,'0'0'1'0,"0"0"2"15,0 0 35-15,-37 48-10 16,24-34 9-16,-6 3-21 16,-3 0-1-16,2-4-1 15,-6-1 11-15,3 1 0 0,0-5-12 16,-2-2-4-16,1 1-2 15,9-4-1-15,3 1-4 16,4-4 2-16,4 0 1 16,-1 0-3-16,5 0-2 15,0-8-20-15,0-1-37 16,2 2 7-16,8 3 19 16,0 1 17-16,-3 3 0 15,-1 0 8-15,1 0 3 16,5 7 3-16,5 2 0 15,-7-1 1-15,6 5 1 16,0-3 3-16,-2 5-2 16,-2-1 7-16,0-4-3 0,2 0-2 15,-8 0-1-15,-2-4-2 16,2-3-1-16,-5 0 2 16,2 1-3-16,-3-4-1 15,0 0-51-15,0 0-35 16</inkml:trace>
  <inkml:trace contextRef="#ctx0" brushRef="#br0" timeOffset="149532.19">19772 10188 20 0,'0'0'4'0,"0"0"-4"15,0 0 13-15,0 44 22 16,0-25-2-16,0 1-3 16,0-1-9-16,0-1-5 15,-4 0 3-15,1-4-3 16,0 3-9-16,0-7-2 15,-1 0-4-15,4-1-1 16,0-6 3-16,0 2-3 0,0-5-34 16,0 0-79-1</inkml:trace>
  <inkml:trace contextRef="#ctx0" brushRef="#br0" timeOffset="149816.41">19984 10165 92 0,'0'0'0'16,"0"0"1"-16,0 0-1 15,0 0 33-15,25 47-6 0,-20-24 11 16,-2-4-12-16,-2 4 7 15,-1-3-3-15,0-3-8 16,0-1-10-16,0-3-8 16,0-1-3-16,0-1 4 15,0-1-3-15,0-6-2 16,0 0-20-16,-4-2-104 16</inkml:trace>
  <inkml:trace contextRef="#ctx0" brushRef="#br0" timeOffset="150041.24">19768 10330 64 0,'0'0'2'0,"0"0"6"15,0 0-8-15,0 0 21 16,0 0-4-16,137-31-1 16,-98 26-15-16,-4-1-1 15,-9-1-104-15</inkml:trace>
  <inkml:trace contextRef="#ctx0" brushRef="#br0" timeOffset="150558.07">20181 10224 134 0,'0'0'11'0,"0"0"-6"16,0 0 4-16,0 0 5 15,0 0-9-15,0 0 5 16,68-2-5-16,-48 2-4 15,-8 0 8-15,-3 0 0 16,-4 0-8-16,0 0-1 16,1 0-1-16,-2 0 0 15,0 0 1-15,-4 2 0 0,0 5 0 16,0-1 3-16,0 1-1 16,0 3 4-16,-8 4 0 15,-16-4 1-15,-6 3 0 16,1 0 0-16,-4 4 1 15,3-5-3-15,5 2 0 16,5-4-2-16,4 2-2 16,4-1 1-16,12-2-2 15,0-1-2-15,0-2 1 16,0 1 1-16,0-4 1 16,0 1 1-16,6-2-1 15,3-2 2-15,7 0 1 0,1 0 4 16,3 0 12-16,6 0-3 15,0 0-6-15,0 0-6 16,1 0-2-16,-6-2-2 16,-4 0 0-16,-8 1-1 15,-2 0-42-15,-4 1-78 16,-3-3-30-16</inkml:trace>
  <inkml:trace contextRef="#ctx0" brushRef="#br0" timeOffset="150739.2">20366 10406 107 0,'0'0'0'0,"0"0"-9"16,0 0 8-16,0 0-65 15</inkml:trace>
  <inkml:trace contextRef="#ctx0" brushRef="#br0" timeOffset="160407.01">24409 9900 54 0,'0'0'20'16,"0"0"-12"-16,0 0 23 16,0 0-31-16,0 0-6 0,0 0-1 15,0 0 4-15,0 0 3 16,0 0 2-16,2 0 0 16,-2 0 1-16,0 0 4 15,0 0 1-15,0 0-4 16,0 0 3-16,0 0-5 15,0 0 1-15,0 0-2 16,0 0 0-16,0 2 6 16,-9 1 3-16,-12-1 0 15,0 2 6-15,0-1-8 16,-4 0-4-16,1-1-2 16,6-2 2-16,5 0 1 15,2 0 0-15,7 0 0 0,1 0-1 16,3-8-4-16,0 2 0 15,0-2-4-15,3-1-9 16,9-1 7-16,0 4 5 16,-2 2 0-16,5 0 0 15,-2-2-1-15,4 3 1 16,-1 2 0-16,-2-2 0 16,-1 3-1-16,-1 0-3 15,0 0-7-15,4 0 8 16,1 4 2-16,-1 2 2 15,2 5-1-15,-1-2 0 16,-4 2 1-16,-3 4 0 0,-8 0 3 16,-2 2 3-16,0-3 5 15,0 6-4-15,-2-3 1 16,-14 4 1-16,-5-1-2 16,-3 2-1-16,-3-1 6 15,-1-6-4-15,-2 2 5 16,-6-1 5-16,4-3-8 15,-7-4-2-15,-3 1 1 16,3-3-5-16,2-3-2 16,9 2-1-16,1-4 4 15,8-2-3-15,6 0-1 16,7 0 2-16,-1-2-3 16,7-4 0-16,0 0-4 15,0 1-10-15,0 0-4 0,7 2 2 16,2 0-1-16,8 3 10 15,-4-1 3-15,3 1-2 16,1 0 0-16,4 0 4 16,-1 1 1-16,-3 5 0 15,1 4-2-15,-3-1 1 16,0 5-1-16,-3-1 3 16,-2-1 0-16,1 5 2 15,-2-2-2-15,-2-3 1 16,1-2-1-16,0 0 1 15,-1 0-1-15,-4-6 0 16,7 2-1-16,0-6-28 0,5 0-44 16,0 0-14-16</inkml:trace>
  <inkml:trace contextRef="#ctx0" brushRef="#br0" timeOffset="160790.31">24715 9951 75 0,'0'0'10'0,"0"0"-10"16,0 0-3-16,0 0 3 16,0 0 25-16,0 0 3 15,-25 52-16-15,20-32 7 16,-2 4 2-16,-4 1-7 16,1 2 1-16,-2 0 4 15,-1-2-11-15,-2-3-4 16,2-2-3-16,0-6 0 15,1 1-1-15,5-6 2 0,0-5 2 16,2 0-4 0,4-2-11-16,1-2-60 0,0 0-17 15</inkml:trace>
  <inkml:trace contextRef="#ctx0" brushRef="#br0" timeOffset="161289.84">25046 9936 55 0,'0'0'1'0,"0"0"6"16,0 0 35-16,-85 54 0 15,60-37-9-15,2-1-8 16,-3 4-5-16,-3-6-6 16,-1 1 4-16,5-3-5 15,-3-3-3-15,3-3-1 16,3 1 0-16,5-7-5 16,5 0 1-16,4 0 1 15,7 0-4-15,-2 0-2 16,3-7-22-16,0 1-38 15,0-1 22-15,0 5 21 16,4-3-2-16,10 5 7 0,-2 0 4 16,4 0 3-16,1 0 1 15,-1 5 3-15,-4 4-3 16,0 1 4-16,-2 2 1 16,1 5 2-16,-1-3 0 15,-1 4 4-15,-3 0 2 16,0-5-7-16,3 2 2 15,-2-3-4-15,1-5 2 16,-4-1-2-16,5-1 0 16,-4-4-25-16,2-1-40 15</inkml:trace>
  <inkml:trace contextRef="#ctx0" brushRef="#br0" timeOffset="161568.49">25225 10036 29 0,'0'0'0'16,"0"0"-7"-16,0 0 7 15,0 0 10-15,-7 50 7 16,-2-27 8-16,1 0-4 15,1 1 2-15,1-4-3 0,0-1-8 16,0-4-7-16,5-3-1 16,-2-2 0-16,3-1-4 15,0-6 1-15,0 4-1 16,0-7-11-16,0 0-89 16</inkml:trace>
  <inkml:trace contextRef="#ctx0" brushRef="#br0" timeOffset="161859.99">25486 9997 50 0,'0'0'0'0,"0"0"5"15,0 0-5-15,0 0 33 16,0 53-1-16,0-28-9 16,0-1-3-16,-9 3-8 15,2-7 2-15,1-1-2 16,-2-2 1-16,0-4-8 16,3-1-4-16,2-4 2 15,2-2-2-15,1-5-1 16,0 1-11-16,0-2-104 15</inkml:trace>
  <inkml:trace contextRef="#ctx0" brushRef="#br0" timeOffset="162091.77">25322 10164 7 0,'0'0'12'0,"0"0"-6"15,0 0-6-15</inkml:trace>
  <inkml:trace contextRef="#ctx0" brushRef="#br0" timeOffset="162623.13">25656 10089 134 0,'0'0'11'0,"0"0"-7"16,0 0 7-16,0 0 5 16,0 0-5-16,0 0 7 15,106-10-12-15,-73 10-4 16,-8-3 4-16,-4 2-3 16,-4 0-3-16,-8 1 0 15,-5 0 0-15,-4 0 0 16,0 0-3-16,0 0-2 15,0 5 5-15,-12 9 4 16,-15 2 8-16,-9 1 0 16,-1 0-6-16,-1-1-5 15,-1-1 2-15,3-1-3 16,6 0 3-16,5-1-3 16,4-4 0-16,7 6 0 15,7-5 1-15,4-2-1 0,3 0-4 16,0-2 2-16,0 1 2 15,0 0 0-15,18-5 0 16,0 2 1-16,7-4 4 16,1 0 0-16,5 0 3 15,0 0 5-15,3 0-3 16,-10 0-9-16,0 0 1 16,-6-1-1-16,-4-2 3 15,2-3 0-15,-1 3-4 16,3-4-24-16,-9 4-95 15</inkml:trace>
  <inkml:trace contextRef="#ctx0" brushRef="#br0" timeOffset="162798.41">26256 10229 63 0,'0'0'0'16</inkml:trace>
  <inkml:trace contextRef="#ctx0" brushRef="#br0" timeOffset="164448.07">25175 10135 18 0,'0'0'4'15,"0"0"-4"-15,0 0 0 16,0 0 0-16,0 0 0 0,0 0 15 15,0 0 10 1,0 0-1-16,0 0-5 0,0 0-2 16,0-3-7-16,14 0-10 15,6 0 0-15,5 0 0 16,-2-2 0-16,2 2 0 16,3 0 0-16,-3-3 2 15,0 6-1-15,-5-5 1 16,-2 0 5-16,-3 4 9 15,-6-1 0-15,1-2-3 16,-3 4 6-16,-6 0-2 16,-1 0-5-16,0 0 2 15,0 0 2-15,0 0 0 16,0-3 2-16,0 3-4 16,0 0-4-16,0 0-4 0,0 0-1 15,3 0-5-15,-3 0 0 16,0 0 0-16,0 0 0 15,0 0 0-15,0 0 3 16,0 0 3-16,0 0-1 16,0 0 0-16,0 0-4 15,0 0-1-15,0 0 0 16,0 0-5-16,-7 3-57 16,-16 1-47-16</inkml:trace>
  <inkml:trace contextRef="#ctx0" brushRef="#br0" timeOffset="176539.12">22435 5845 25 0,'0'0'35'16,"0"0"15"-16,0 0-7 15,0 0-14-15,0 0 3 16,0 0 1-16,0 0-3 15,-4-3-3-15,4 3-16 16,0 0-2-16,0 0-8 16,0 0-1-16,0 0-8 0,0 3-2 15,0 6 4 1,0 4 6-16,0 1 3 0,0 5 8 16,0-2-2-16,7 5 3 15,-4 2 1-15,0 0 6 16,2 5-6-16,-5-4-2 15,3 4 1-15,-3-4 4 16,0-2 4-16,0-1 6 16,0-1-9-16,0-4-5 15,0-4-6-15,0-2 0 16,0-1 2-16,0-2-4 16,0-4-3-16,0 1 0 15,0-5 0-15,0 0 2 16,0 0 3-16,0 0-1 15,0 0 1-15,0 0-6 0,0 0-24 16,12-2-33-16,11-8-62 16,5-3-92-16</inkml:trace>
  <inkml:trace contextRef="#ctx0" brushRef="#br0" timeOffset="177223.55">23155 5792 38 0,'0'0'6'0,"0"0"-6"16,0 0 29-16,-45 58-7 16,39-39 1-16,-1 0 18 15,-1 3-21-15,0-1 6 16,-5 1 11-16,1 0-12 0,-1 0-10 15,1 2 1 1,-1 0 3-16,1 1-9 0,4-3 6 16,3-1-8-1,2-2-2-15,3 0-4 0,0-5-1 16,0 0-1-16,0-2 2 16,0-1-2-16,8-1 0 15,7-4 2-15,1 0-2 16,1-1 1-16,1-2 0 15,-1 0 4-15,-1-3-2 16,0 0 5-16,4 0-2 16,-4 0 0-16,2 0 1 0,0-3-1 15,-2-2 3 1,0-2-4-16,-2-3 1 0,-2 0-3 16,-6-2 0-16,-3 2 1 15,-3-3-1-15,0 0-3 16,0 6 5-16,-12 2 11 15,-7 0 1-15,-10 2-9 16,-8 3-8-16,-8 0 0 16,2 0-1-16,-2 10-3 15,8-3 2-15,10 1-2 16,7 0 1-16,7-2 1 16,10 2-44-16,3-1-46 15,0-2-42-15,0-5-19 16</inkml:trace>
  <inkml:trace contextRef="#ctx0" brushRef="#br0" timeOffset="177939.75">21901 6483 12 0,'0'0'29'15,"0"0"17"-15,0 0-8 16,0 0-6-16,0 0-1 15,146 5 17-15,-103-5-14 16,6 0-8-16,9 0-7 0,5 0 6 16,5-5-5-16,6 1-12 15,0 0-1-15,8-1-3 16,9-3 1-16,5 5 2 16,13-6-2-16,-3 1 2 15,5-1 4-15,4-1-3 16,4 0 0-16,-5 0 5 15,-5 2-3-15,-14-1 2 16,-17 4 2-16,-17-1 0 16,-15 1-1-16,-13 2 6 15,-7 2 2-15,-10-2 7 16,-10 3 5-16,-3-2 4 0,-3 2 9 16,0 0-11-16,0 0-15 15,0 0-9-15,0 0-3 16,0 0-7-16,0 0 3 15,0 0-4-15,0 0 0 16,0 0 0-16,0 0-1 16,0 0 1-16,0 0-13 15,-15 0-112-15,-24 9-89 16,-17 0-34-16</inkml:trace>
  <inkml:trace contextRef="#ctx0" brushRef="#br0" timeOffset="179461.31">23081 6999 9 0,'0'0'40'0,"0"0"-1"0,0 0 2 16,0 0 4-1,0 0-16-15,0 0 3 0,-8 25 4 16,-6-21 0-16,-2-1-3 15,-5 0-14-15,-3 1-3 16,-11 0-8-16,-6-1-2 16,2-1-6-16,2-2 2 15,4 0 1-15,8 0 0 16,3 0-2-16,2 0 1 16,8-7-2-16,3 1-2 15,4 0-4-15,5 1-4 16,0-1-14-16,0 0 11 15,14-1 4-15,12 3-1 0,5-1 1 16,6 1 0-16,2-3 3 16,3 7 0-16,-3-2 6 15,-7 2-2-15,1 0-4 16,0 0 1-16,-6 2 3 16,-2 8-2-16,-4-2 1 15,-6 1 2-15,-2 0 1 16,-4 2 0-16,-1-2 1 15,-4 5 1-15,-4 0 2 16,0 0 5-16,0 3 7 16,0-3-3-16,0 2 7 15,-4-1-8-15,-11 1 2 16,-1 1 5-16,-4-1-11 0,1 1-1 16,-7-3 9-16,4 0-8 15,-3 2 4-15,5-3-7 16,-2-2-1-16,1-4 0 15,1 0 4-15,-2-4-1 16,-6 4-2-16,-3-5 0 16,-8-1-2-16,-1 2-2 15,2-3 3-15,2 0-3 16,7 0-1-16,8 0 1 16,9 0 2-16,4-3-3 15,7 0 0-15,-3-4-2 16,4 0-8-16,0 1-13 15,4-1 2-15,12-1 8 16,10-1 4-16,2 4-1 0,-1 1 4 16,6-2 3-1,4 1 0-15,0 2 1 0,6-3 2 16,-5 6-1-16,-5 0 0 16,-8 0-1-16,-8 0-2 15,3 0 0-15,-4 3 1 16,-2 3 0-16,2 4 1 15,-4-1-1-15,5 2 3 16,-7-1 0-16,2 4 0 16,1-1-1-16,3 3 1 15,0-2-1-15,0 1 1 16,2-1 1-16,3 3 0 0,-1-4-1 16,-1-4 0-16,5 1 0 15,-3-3 0-15,-4-3 0 16,-1-1 2-16,0-3-2 15,-3 0 0-15,5 0 4 16,-2 0 11-16,0 0 23 16,-4 0-17-16,-2-3-9 15,2-1-2-15,0 4-9 16,-3 0-1-16,-8-3 0 16,2 3-9-16,-3 0-66 15,0 0-78-15</inkml:trace>
  <inkml:trace contextRef="#ctx0" brushRef="#br0" timeOffset="183605.37">23227 6779 14 0,'0'0'22'0,"0"0"-4"16,0 0 0-16,0 0-6 15,0 0-3-15,0 0 5 16,0 0 2-16,0-2-1 15,0 2-6-15,0-3-5 16,0 0-2-16,0 1-1 16,0-1 0-16,0 0 1 15,4-1 4-15,8-1 3 16,-3 0-2-16,9-1-7 16,-3 0 1-16,5-1-1 15,6 1 1-15,-2-5-1 16,6 5 3-16,0-2-2 0,-2 0-1 15,-3 3 2-15,-6-2-2 16,-6 4 1-16,-3 0 0 16,0 1-1-16,-2 2-1 15,1-1-3-15,0 1 1 16,1 0-2-16,-4 0 3 16,2 3 1-16,-3 3 0 15,-2 3 1-15,-3 2 0 16,0-2 0-16,0 4 0 15,0-2 1-15,0 0 1 16,-10 0 1-16,-8-2-1 16,0 5 3-16,-4-5 1 0,-1 2 1 15,4-1 3-15,-5-4-1 16,5 2 2-16,0-4-1 16,6-1 6-16,2 1-2 15,6-4-1-15,5 0-12 16,0 0 0-16,0 0 1 15,0 0 0-15,0 0-2 16,0 0 0-16,0 0 0 16,0 0-2-16,8 0 2 15,13 0-2-15,4 0 1 16,0 0 1-16,0-3 0 16,1 3-2-16,-2 0-1 15,1 0-3-15,0 0 3 0,-2 3 1 16,-2 3-2-1,-2 1 4-15,-7 1-1 0,-2 0-2 16,-7 0 3-16,-3 1 2 16,0 1-2-16,0-3 2 15,0 2 0-15,-16-2 1 16,3 1 3-16,-7-2 9 16,-2 0 3-16,-2-1 3 15,-10 0 12-15,-3-1-2 16,-5-1-15-16,-7 2 4 15,10-1 1-15,1-3 5 16,2 2 6-16,11-3-11 0,6 0 4 16,4 0-8-1,6 0-7-15,8 0 1 0,1 0-6 16,0 0-5-16,0 0-5 16,0 0 0-16,0 0-8 15,0 4-54-15,0 3-49 16,-13 3-54-16</inkml:trace>
  <inkml:trace contextRef="#ctx0" brushRef="#br0" timeOffset="197201.81">24147 6202 5 0,'0'0'5'0,"0"0"14"15,0 0 9-15,0 0-5 16,0 0-3-16,0 0-9 16,0 0-9-16,0 0 7 15,0 0 1-15,0 0-3 16,0 0-3-16,0 0 0 15,0 0 3-15,6 0-1 16,13 0 1-16,10 0 5 0,0-3 2 16,4 0-1-1,-3-2 4-15,0 2 4 0,-6 1-10 16,-7 1 0-16,-4-2 3 16,-6 3-6-16,-5-1 5 15,-2-1 6-15,0 2 11 16,0 0-5-16,0 0-3 15,0 0-4-15,0 0-10 16,0 0-2-16,0 0-5 16,0 0-1-16,0 0 0 15,0 0-2-15,0 0-4 16,0 0-47-16,0 0-55 16,0 0-14-16,0 7 49 15</inkml:trace>
  <inkml:trace contextRef="#ctx0" brushRef="#br0" timeOffset="197638.74">24227 6422 13 0,'0'0'31'0,"0"0"3"15,0 0-3-15,0 0 7 16,0 0 3-16,0 0-12 15,69 1-4-15,-50-1 6 16,5 0-4-16,-4 0-12 16,-1 0 4-16,2-1-8 15,-5-2 1-15,-2 1-4 16,-2-2 1-16,-5 4-4 16,-1-2 0-16,0 2 0 15,-6 0-4-15,0 0 1 0,0 0 0 16,0 0-1-16,0 0-1 15,0 0-33-15,0 0-82 16,-13 0-66-16</inkml:trace>
  <inkml:trace contextRef="#ctx0" brushRef="#br0" timeOffset="200052.37">25021 6095 13 0,'0'0'41'0,"0"0"-6"15,0 0-2-15,0 0-5 0,0 0-3 16,0 0-1 0,0 0-5-16,0 0-4 15,0 0 0-15,0 0-3 0,-1 0-2 16,-18 1-7-16,-3-1 0 16,-3 3-3-16,-4-3 1 15,4 0 1-15,-5 0-1 16,9 0 0-16,0 0-1 15,8 0 2-15,6 0 0 16,-1-3-2-16,7 0-3 16,1-1-2-16,0-1 2 15,0 0-4-15,4-2-12 16,11 2 7-16,9-3-13 16,0 2 17-16,-2 3 4 15,6-2-2-15,-1 1 2 0,5-1 4 16,-3 0-1-16,-3 3-1 15,-7-1 0-15,-1 3-1 16,-9 0-3-16,2 0-6 16,2 0 8-16,-7 8 0 15,2 1 4-15,-5 1 0 16,-2 4 0-16,-1-2 1 16,0 4-1-16,0 0 3 15,0 1-1-15,0 0 4 16,0 0 0-16,-4-1-3 15,-6-3 7-15,-2 3-7 16,-5-2 6-16,-3-1 4 0,2-1-4 16,-3 0 2-16,-4-2-3 15,-3 2 2-15,1 0-2 16,-4-2-2-16,-1-2 1 16,-3-1-1-16,-3 0 0 15,4-4-2-15,1 1-2 16,8-1 4-16,4-3-4 15,9 0 1-15,4 0-1 16,7 0 4-16,-3 0-6 16,4-4-2-16,0-2-1 15,0-4-11-15,8 0-5 16,7 1-7-16,11 1-3 16,-4-1 10-16,3 5-1 0,-4-2 6 15,0 4 1-15,3 2-1 16,-6-3 11-16,1 3 2 15,-5 0-6-15,2 0-3 16,-4 3 4-16,1 3 6 16,1 0 0-16,-1 4 0 15,-2-1 0-15,-4 1 3 16,3 0 3-16,0 0-3 16,0-1 3-16,0 2 5 15,-2-3-3-15,-1 3 2 16,1-3-5-16,2-1-1 15,-2 1-3-15,-1-1 1 16,-2-3-1-16,3-1 4 0,-3 0-5 16,-3-1 3-1,4-1-3-15,-2-1-37 0,4 0-66 16</inkml:trace>
  <inkml:trace contextRef="#ctx0" brushRef="#br0" timeOffset="200511.24">25398 6073 10 0,'0'0'49'0,"0"0"-27"16,0 0 3-16,3 48 1 15,-3-37 8-15,2-1-16 16,1 5-3-16,-2 2 4 15,-1 0-5-15,0 7-3 16,0-4 8-16,0 0-2 0,0-1-10 16,0-1 1-16,0-3 0 15,0 2-5-15,0-5-1 16,0-1 0-16,0-3-2 16,0-2 3-16,0-1-1 15,0-4 1-15,0 2-2 16,0-3-1-16,0 0-36 15,0 0-2-15,0 0-71 16,0-9-13-16</inkml:trace>
  <inkml:trace contextRef="#ctx0" brushRef="#br0" timeOffset="201038.14">25694 6053 26 0,'0'0'0'16,"0"0"0"-16,0 0 13 16,0 0 29-16,-3 54-12 15,-9-38 4-15,-3 2 7 16,-5 0-8-16,-3-1 3 15,0-2-12-15,-2 4-9 0,1-5-1 16,1-3-2-16,3 0-5 16,3-2-3-16,1-3 1 15,4-1-1-15,3-3 2 16,8-2-1-16,-5 0 3 16,4 0 4-16,-2-2-12 15,1-3-34-15,3-1-3 16,0 0-25-16,0 1 19 15,4 2 24-15,12-1 2 16,-4 2 9-16,0 2 2 16,2 0-7-16,-2 2 9 15,1 5 1-15,1 3 2 16,2-1 1-16,-4 5 2 0,0-3 6 16,1-2 3-1,-4 1-1-15,4 3 3 0,-5-6-5 16,0 0-4-16,-1 0-2 15,2-4 0-15,-3 0 1 16,4 0-3-16,1-3-31 16,-1 0-72-16</inkml:trace>
  <inkml:trace contextRef="#ctx0" brushRef="#br0" timeOffset="201350.97">25877 6138 5 0,'0'0'55'16,"0"0"-24"-16,18 48-5 15,-16-29 4-15,1 0-9 16,0 1 5-16,-3-3-8 16,1 0-8-16,-1 0-7 15,3-5 5-15,-3-2-4 16,0 0 0-16,3-4-2 16,-3-3-1-16,0 2-1 0,0-3-1 15,0-2-81-15,3 0-5 16</inkml:trace>
  <inkml:trace contextRef="#ctx0" brushRef="#br0" timeOffset="201638.41">26192 6087 28 0,'0'0'2'16,"0"0"3"0,0 0 14-16,0 55 19 0,0-32 11 15,0-2-10-15,0 0-14 16,0 1 13-16,0-2-21 16,0-3-3-16,0 0 1 15,0-3-10-15,0 0 2 16,0-4-6-16,0-1 4 15,0-3 1-15,0-1-6 16,0-5-122-16</inkml:trace>
  <inkml:trace contextRef="#ctx0" brushRef="#br0" timeOffset="201867.8">25971 6263 34 0,'0'0'3'16,"0"0"-3"-16,0 0 24 15,0 0-18-15,155-22-3 16,-118 19-1-16,1 0-2 15,-5 0-46-15</inkml:trace>
  <inkml:trace contextRef="#ctx0" brushRef="#br0" timeOffset="202394.37">26359 6182 64 0,'0'0'20'0,"0"0"28"16,0 0-6-16,0 0-15 15,143-23-12-15,-110 18 11 16,-8 3-12-16,-7-1 4 16,-6 3-3-16,-4 0-4 0,-1 0-5 15,-4 0-6-15,-3 0-1 16,3 0-2-16,-3 0 0 15,0 2 0-15,0 4 3 16,0 5 0-16,0 0 8 16,-26 1-4-16,-6 4 5 15,-10 1-3-15,-1 0-2 16,-3-1-1-16,4-1 0 16,6 1 0-16,6-7-3 15,9 5 0-15,9-5-3 16,5-2 1-16,7-1-1 15,0-3-5-15,0 2 2 0,0-5 3 16,18 3 3 0,9-3 0-16,8 0 9 0,10 0 11 15,0 0-4-15,5-1-3 16,0-1-3-16,-7-3-5 16,-7 3 1-16,-11 1-5 15,-16 1 0-15,-4-2 3 16,-5 2 3-16,0 0 0 15,0 0 0-15,0 0-7 16,-2 0-74-16,-23 0-180 16</inkml:trace>
  <inkml:trace contextRef="#ctx0" brushRef="#br0" timeOffset="202572.04">26803 6370 232 0,'0'0'1'0,"0"0"-1"15,0 0 40-15,0 0-34 16,0 0-6-16,0 0-6 16,0 0-91-16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3793255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2967163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200424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341033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2243823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31193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117658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1146596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206936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2699830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08EFD0-F7BD-41C1-985D-72AD5965664B}" type="datetimeFigureOut">
              <a:rPr lang="en-US" smtClean="0"/>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9A6B95-769E-40F2-B4C7-9500A5054CE7}" type="slidenum">
              <a:rPr lang="en-US" smtClean="0"/>
              <a:t>‹#›</a:t>
            </a:fld>
            <a:endParaRPr lang="en-US" dirty="0"/>
          </a:p>
        </p:txBody>
      </p:sp>
    </p:spTree>
    <p:extLst>
      <p:ext uri="{BB962C8B-B14F-4D97-AF65-F5344CB8AC3E}">
        <p14:creationId xmlns:p14="http://schemas.microsoft.com/office/powerpoint/2010/main" val="402257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08EFD0-F7BD-41C1-985D-72AD5965664B}" type="datetimeFigureOut">
              <a:rPr lang="en-US" smtClean="0"/>
              <a:t>10/31/2025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9A6B95-769E-40F2-B4C7-9500A5054CE7}" type="slidenum">
              <a:rPr lang="en-US" smtClean="0"/>
              <a:t>‹#›</a:t>
            </a:fld>
            <a:endParaRPr lang="en-US" dirty="0"/>
          </a:p>
        </p:txBody>
      </p:sp>
    </p:spTree>
    <p:extLst>
      <p:ext uri="{BB962C8B-B14F-4D97-AF65-F5344CB8AC3E}">
        <p14:creationId xmlns:p14="http://schemas.microsoft.com/office/powerpoint/2010/main" val="2352659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NULL"/></Relationships>
</file>

<file path=ppt/slides/_rels/slide2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394900"/>
            <a:ext cx="10973212" cy="369332"/>
          </a:xfrm>
        </p:spPr>
        <p:txBody>
          <a:bodyPr>
            <a:normAutofit fontScale="90000"/>
          </a:bodyPr>
          <a:lstStyle/>
          <a:p>
            <a:pPr algn="ctr"/>
            <a:r>
              <a:rPr lang="en-IN" sz="2400" dirty="0">
                <a:latin typeface="Times New Roman" panose="02020603050405020304" pitchFamily="18" charset="0"/>
                <a:cs typeface="Times New Roman" panose="02020603050405020304" pitchFamily="18" charset="0"/>
              </a:rPr>
              <a:t>COUNTERS</a:t>
            </a:r>
          </a:p>
        </p:txBody>
      </p:sp>
      <p:sp>
        <p:nvSpPr>
          <p:cNvPr id="3" name="Content Placeholder 2"/>
          <p:cNvSpPr>
            <a:spLocks noGrp="1"/>
          </p:cNvSpPr>
          <p:nvPr>
            <p:ph idx="1"/>
          </p:nvPr>
        </p:nvSpPr>
        <p:spPr/>
        <p:txBody>
          <a:bodyPr/>
          <a:lstStyle/>
          <a:p>
            <a:r>
              <a:rPr lang="en-IN" sz="2000" dirty="0">
                <a:latin typeface="Times New Roman" panose="02020603050405020304" pitchFamily="18" charset="0"/>
                <a:cs typeface="Times New Roman" panose="02020603050405020304" pitchFamily="18" charset="0"/>
              </a:rPr>
              <a:t> A counter is a device which stores (and sometimes displays) the number of times a particular event or process has occurred, often in relationship to a clock.</a:t>
            </a:r>
          </a:p>
          <a:p>
            <a:r>
              <a:rPr lang="en-IN" sz="2000" dirty="0">
                <a:latin typeface="Times New Roman" panose="02020603050405020304" pitchFamily="18" charset="0"/>
                <a:cs typeface="Times New Roman" panose="02020603050405020304" pitchFamily="18" charset="0"/>
              </a:rPr>
              <a:t> A counter circuit is usually constructed with a number of flip-flops connected in cascade. </a:t>
            </a:r>
          </a:p>
          <a:p>
            <a:r>
              <a:rPr lang="en-IN" sz="2000" dirty="0">
                <a:latin typeface="Times New Roman" panose="02020603050405020304" pitchFamily="18" charset="0"/>
                <a:cs typeface="Times New Roman" panose="02020603050405020304" pitchFamily="18" charset="0"/>
              </a:rPr>
              <a:t> Counters are a very widely used component in digital circuits, and are manufactured as separate integrated circuits and also incorporated as parts of larger integrated circuits. </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Counters are broadly divided into two categories</a:t>
            </a:r>
          </a:p>
          <a:p>
            <a:pPr lvl="1"/>
            <a:r>
              <a:rPr lang="en-IN" sz="1850" dirty="0">
                <a:latin typeface="Times New Roman" panose="02020603050405020304" pitchFamily="18" charset="0"/>
                <a:cs typeface="Times New Roman" panose="02020603050405020304" pitchFamily="18" charset="0"/>
              </a:rPr>
              <a:t>    Asynchronous counter</a:t>
            </a:r>
          </a:p>
          <a:p>
            <a:pPr lvl="1"/>
            <a:r>
              <a:rPr lang="en-IN" sz="1850" dirty="0">
                <a:latin typeface="Times New Roman" panose="02020603050405020304" pitchFamily="18" charset="0"/>
                <a:cs typeface="Times New Roman" panose="02020603050405020304" pitchFamily="18" charset="0"/>
              </a:rPr>
              <a:t>    Synchronous counter</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600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49832" y="464024"/>
            <a:ext cx="4905958" cy="523220"/>
          </a:xfrm>
          <a:prstGeom prst="rect">
            <a:avLst/>
          </a:prstGeom>
          <a:noFill/>
        </p:spPr>
        <p:txBody>
          <a:bodyPr wrap="none" rtlCol="0">
            <a:spAutoFit/>
          </a:bodyPr>
          <a:lstStyle/>
          <a:p>
            <a:r>
              <a:rPr lang="en-US" sz="2800" b="1" dirty="0"/>
              <a:t>Design of synchronous counters</a:t>
            </a:r>
          </a:p>
        </p:txBody>
      </p:sp>
      <p:pic>
        <p:nvPicPr>
          <p:cNvPr id="2" name="Picture 1"/>
          <p:cNvPicPr>
            <a:picLocks noChangeAspect="1"/>
          </p:cNvPicPr>
          <p:nvPr/>
        </p:nvPicPr>
        <p:blipFill>
          <a:blip r:embed="rId2"/>
          <a:stretch>
            <a:fillRect/>
          </a:stretch>
        </p:blipFill>
        <p:spPr>
          <a:xfrm>
            <a:off x="864745" y="1899341"/>
            <a:ext cx="3420264" cy="3041016"/>
          </a:xfrm>
          <a:prstGeom prst="rect">
            <a:avLst/>
          </a:prstGeom>
        </p:spPr>
      </p:pic>
      <p:pic>
        <p:nvPicPr>
          <p:cNvPr id="5" name="Picture 4"/>
          <p:cNvPicPr>
            <a:picLocks noChangeAspect="1"/>
          </p:cNvPicPr>
          <p:nvPr/>
        </p:nvPicPr>
        <p:blipFill>
          <a:blip r:embed="rId3"/>
          <a:stretch>
            <a:fillRect/>
          </a:stretch>
        </p:blipFill>
        <p:spPr>
          <a:xfrm>
            <a:off x="4689280" y="1258700"/>
            <a:ext cx="6392701" cy="5160945"/>
          </a:xfrm>
          <a:prstGeom prst="rect">
            <a:avLst/>
          </a:prstGeom>
        </p:spPr>
      </p:pic>
    </p:spTree>
    <p:extLst>
      <p:ext uri="{BB962C8B-B14F-4D97-AF65-F5344CB8AC3E}">
        <p14:creationId xmlns:p14="http://schemas.microsoft.com/office/powerpoint/2010/main" val="187118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06775" y="510577"/>
            <a:ext cx="7296564" cy="1062328"/>
          </a:xfrm>
          <a:prstGeom prst="rect">
            <a:avLst/>
          </a:prstGeom>
        </p:spPr>
      </p:pic>
      <p:pic>
        <p:nvPicPr>
          <p:cNvPr id="3" name="Picture 2"/>
          <p:cNvPicPr>
            <a:picLocks noChangeAspect="1"/>
          </p:cNvPicPr>
          <p:nvPr/>
        </p:nvPicPr>
        <p:blipFill>
          <a:blip r:embed="rId3"/>
          <a:stretch>
            <a:fillRect/>
          </a:stretch>
        </p:blipFill>
        <p:spPr>
          <a:xfrm>
            <a:off x="2944245" y="1572905"/>
            <a:ext cx="6221623" cy="308156"/>
          </a:xfrm>
          <a:prstGeom prst="rect">
            <a:avLst/>
          </a:prstGeom>
        </p:spPr>
      </p:pic>
      <p:pic>
        <p:nvPicPr>
          <p:cNvPr id="4" name="Picture 3"/>
          <p:cNvPicPr>
            <a:picLocks noChangeAspect="1"/>
          </p:cNvPicPr>
          <p:nvPr/>
        </p:nvPicPr>
        <p:blipFill>
          <a:blip r:embed="rId4"/>
          <a:stretch>
            <a:fillRect/>
          </a:stretch>
        </p:blipFill>
        <p:spPr>
          <a:xfrm>
            <a:off x="2573877" y="2309578"/>
            <a:ext cx="5232642" cy="4224408"/>
          </a:xfrm>
          <a:prstGeom prst="rect">
            <a:avLst/>
          </a:prstGeom>
        </p:spPr>
      </p:pic>
    </p:spTree>
    <p:extLst>
      <p:ext uri="{BB962C8B-B14F-4D97-AF65-F5344CB8AC3E}">
        <p14:creationId xmlns:p14="http://schemas.microsoft.com/office/powerpoint/2010/main" val="181981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b="19708"/>
          <a:stretch/>
        </p:blipFill>
        <p:spPr>
          <a:xfrm>
            <a:off x="1705160" y="1462272"/>
            <a:ext cx="9222103" cy="3573751"/>
          </a:xfrm>
          <a:prstGeom prst="rect">
            <a:avLst/>
          </a:prstGeom>
        </p:spPr>
      </p:pic>
    </p:spTree>
    <p:extLst>
      <p:ext uri="{BB962C8B-B14F-4D97-AF65-F5344CB8AC3E}">
        <p14:creationId xmlns:p14="http://schemas.microsoft.com/office/powerpoint/2010/main" val="230269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6693" y="374070"/>
            <a:ext cx="4267187" cy="462234"/>
          </a:xfrm>
          <a:prstGeom prst="rect">
            <a:avLst/>
          </a:prstGeom>
        </p:spPr>
      </p:pic>
      <p:sp>
        <p:nvSpPr>
          <p:cNvPr id="2" name="TextBox 1"/>
          <p:cNvSpPr txBox="1"/>
          <p:nvPr/>
        </p:nvSpPr>
        <p:spPr>
          <a:xfrm>
            <a:off x="623504" y="836304"/>
            <a:ext cx="8102214" cy="954107"/>
          </a:xfrm>
          <a:prstGeom prst="rect">
            <a:avLst/>
          </a:prstGeom>
          <a:noFill/>
        </p:spPr>
        <p:txBody>
          <a:bodyPr wrap="square" rtlCol="0">
            <a:spAutoFit/>
          </a:bodyPr>
          <a:lstStyle/>
          <a:p>
            <a:r>
              <a:rPr lang="en-US" sz="2800" dirty="0"/>
              <a:t>Design a three-bit counter that counts in the sequence 0, 1, 2, 4, 5, 6, 0, ……</a:t>
            </a:r>
          </a:p>
        </p:txBody>
      </p:sp>
      <p:pic>
        <p:nvPicPr>
          <p:cNvPr id="3" name="Picture 2"/>
          <p:cNvPicPr>
            <a:picLocks noChangeAspect="1"/>
          </p:cNvPicPr>
          <p:nvPr/>
        </p:nvPicPr>
        <p:blipFill>
          <a:blip r:embed="rId3"/>
          <a:stretch>
            <a:fillRect/>
          </a:stretch>
        </p:blipFill>
        <p:spPr>
          <a:xfrm>
            <a:off x="623505" y="1964646"/>
            <a:ext cx="10608602" cy="1480261"/>
          </a:xfrm>
          <a:prstGeom prst="rect">
            <a:avLst/>
          </a:prstGeom>
        </p:spPr>
      </p:pic>
      <p:pic>
        <p:nvPicPr>
          <p:cNvPr id="6" name="Picture 5"/>
          <p:cNvPicPr>
            <a:picLocks noChangeAspect="1"/>
          </p:cNvPicPr>
          <p:nvPr/>
        </p:nvPicPr>
        <p:blipFill rotWithShape="1">
          <a:blip r:embed="rId4"/>
          <a:srcRect r="52113"/>
          <a:stretch/>
        </p:blipFill>
        <p:spPr>
          <a:xfrm>
            <a:off x="8725718" y="220169"/>
            <a:ext cx="2874880" cy="1937426"/>
          </a:xfrm>
          <a:prstGeom prst="rect">
            <a:avLst/>
          </a:prstGeom>
        </p:spPr>
      </p:pic>
    </p:spTree>
    <p:extLst>
      <p:ext uri="{BB962C8B-B14F-4D97-AF65-F5344CB8AC3E}">
        <p14:creationId xmlns:p14="http://schemas.microsoft.com/office/powerpoint/2010/main" val="200356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9977" y="341194"/>
            <a:ext cx="10639772" cy="4021460"/>
          </a:xfrm>
          <a:prstGeom prst="rect">
            <a:avLst/>
          </a:prstGeom>
        </p:spPr>
      </p:pic>
      <p:pic>
        <p:nvPicPr>
          <p:cNvPr id="3" name="Picture 2"/>
          <p:cNvPicPr>
            <a:picLocks noChangeAspect="1"/>
          </p:cNvPicPr>
          <p:nvPr/>
        </p:nvPicPr>
        <p:blipFill>
          <a:blip r:embed="rId3"/>
          <a:stretch>
            <a:fillRect/>
          </a:stretch>
        </p:blipFill>
        <p:spPr>
          <a:xfrm>
            <a:off x="9159874" y="5110653"/>
            <a:ext cx="2443046" cy="1167750"/>
          </a:xfrm>
          <a:prstGeom prst="rect">
            <a:avLst/>
          </a:prstGeom>
        </p:spPr>
      </p:pic>
    </p:spTree>
    <p:extLst>
      <p:ext uri="{BB962C8B-B14F-4D97-AF65-F5344CB8AC3E}">
        <p14:creationId xmlns:p14="http://schemas.microsoft.com/office/powerpoint/2010/main" val="132161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3906" r="39377" b="16580"/>
          <a:stretch/>
        </p:blipFill>
        <p:spPr>
          <a:xfrm>
            <a:off x="773632" y="1569492"/>
            <a:ext cx="6022954" cy="3370998"/>
          </a:xfrm>
          <a:prstGeom prst="rect">
            <a:avLst/>
          </a:prstGeom>
        </p:spPr>
      </p:pic>
      <p:pic>
        <p:nvPicPr>
          <p:cNvPr id="3" name="Picture 2"/>
          <p:cNvPicPr>
            <a:picLocks noChangeAspect="1"/>
          </p:cNvPicPr>
          <p:nvPr/>
        </p:nvPicPr>
        <p:blipFill rotWithShape="1">
          <a:blip r:embed="rId2"/>
          <a:srcRect l="62959" b="13766"/>
          <a:stretch/>
        </p:blipFill>
        <p:spPr>
          <a:xfrm>
            <a:off x="7465326" y="1263604"/>
            <a:ext cx="3680087" cy="4181853"/>
          </a:xfrm>
          <a:prstGeom prst="rect">
            <a:avLst/>
          </a:prstGeom>
        </p:spPr>
      </p:pic>
    </p:spTree>
    <p:extLst>
      <p:ext uri="{BB962C8B-B14F-4D97-AF65-F5344CB8AC3E}">
        <p14:creationId xmlns:p14="http://schemas.microsoft.com/office/powerpoint/2010/main" val="149514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43424" y="238201"/>
            <a:ext cx="5463012" cy="6619799"/>
          </a:xfrm>
          <a:prstGeom prst="rect">
            <a:avLst/>
          </a:prstGeom>
        </p:spPr>
      </p:pic>
      <p:sp>
        <p:nvSpPr>
          <p:cNvPr id="3" name="TextBox 2"/>
          <p:cNvSpPr txBox="1"/>
          <p:nvPr/>
        </p:nvSpPr>
        <p:spPr>
          <a:xfrm>
            <a:off x="518616" y="846161"/>
            <a:ext cx="3603008" cy="1200329"/>
          </a:xfrm>
          <a:prstGeom prst="rect">
            <a:avLst/>
          </a:prstGeom>
          <a:noFill/>
        </p:spPr>
        <p:txBody>
          <a:bodyPr wrap="square" rtlCol="0">
            <a:spAutoFit/>
          </a:bodyPr>
          <a:lstStyle/>
          <a:p>
            <a:r>
              <a:rPr lang="en-US" sz="3600" b="1" dirty="0"/>
              <a:t>Synchronous up/down counter</a:t>
            </a:r>
          </a:p>
        </p:txBody>
      </p:sp>
    </p:spTree>
    <p:extLst>
      <p:ext uri="{BB962C8B-B14F-4D97-AF65-F5344CB8AC3E}">
        <p14:creationId xmlns:p14="http://schemas.microsoft.com/office/powerpoint/2010/main" val="249011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A23253-9D79-623F-E292-CE837D669E20}"/>
              </a:ext>
            </a:extLst>
          </p:cNvPr>
          <p:cNvPicPr>
            <a:picLocks noChangeAspect="1"/>
          </p:cNvPicPr>
          <p:nvPr/>
        </p:nvPicPr>
        <p:blipFill>
          <a:blip r:embed="rId2"/>
          <a:stretch>
            <a:fillRect/>
          </a:stretch>
        </p:blipFill>
        <p:spPr>
          <a:xfrm>
            <a:off x="4213603" y="300618"/>
            <a:ext cx="4747517" cy="2195726"/>
          </a:xfrm>
          <a:prstGeom prst="rect">
            <a:avLst/>
          </a:prstGeom>
        </p:spPr>
      </p:pic>
      <p:pic>
        <p:nvPicPr>
          <p:cNvPr id="5" name="Picture 4">
            <a:extLst>
              <a:ext uri="{FF2B5EF4-FFF2-40B4-BE49-F238E27FC236}">
                <a16:creationId xmlns:a16="http://schemas.microsoft.com/office/drawing/2014/main" id="{969E965D-34AB-4F69-A321-53EBAF0C8110}"/>
              </a:ext>
            </a:extLst>
          </p:cNvPr>
          <p:cNvPicPr>
            <a:picLocks noChangeAspect="1"/>
          </p:cNvPicPr>
          <p:nvPr/>
        </p:nvPicPr>
        <p:blipFill>
          <a:blip r:embed="rId3"/>
          <a:stretch>
            <a:fillRect/>
          </a:stretch>
        </p:blipFill>
        <p:spPr>
          <a:xfrm>
            <a:off x="3111464" y="3429000"/>
            <a:ext cx="6695587" cy="2360192"/>
          </a:xfrm>
          <a:prstGeom prst="rect">
            <a:avLst/>
          </a:prstGeom>
        </p:spPr>
      </p:pic>
      <p:sp>
        <p:nvSpPr>
          <p:cNvPr id="6" name="TextBox 5">
            <a:extLst>
              <a:ext uri="{FF2B5EF4-FFF2-40B4-BE49-F238E27FC236}">
                <a16:creationId xmlns:a16="http://schemas.microsoft.com/office/drawing/2014/main" id="{EFC18147-29A9-A389-2CFA-C88A39E899CA}"/>
              </a:ext>
            </a:extLst>
          </p:cNvPr>
          <p:cNvSpPr txBox="1"/>
          <p:nvPr/>
        </p:nvSpPr>
        <p:spPr>
          <a:xfrm>
            <a:off x="368613" y="583768"/>
            <a:ext cx="3603008" cy="1200329"/>
          </a:xfrm>
          <a:prstGeom prst="rect">
            <a:avLst/>
          </a:prstGeom>
          <a:noFill/>
        </p:spPr>
        <p:txBody>
          <a:bodyPr wrap="square" rtlCol="0">
            <a:spAutoFit/>
          </a:bodyPr>
          <a:lstStyle/>
          <a:p>
            <a:r>
              <a:rPr lang="en-US" sz="3600" b="1" dirty="0"/>
              <a:t>Synchronous up counter</a:t>
            </a:r>
          </a:p>
        </p:txBody>
      </p:sp>
    </p:spTree>
    <p:extLst>
      <p:ext uri="{BB962C8B-B14F-4D97-AF65-F5344CB8AC3E}">
        <p14:creationId xmlns:p14="http://schemas.microsoft.com/office/powerpoint/2010/main" val="4133271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4B4D59-B109-2C3B-F8CC-7980A787A927}"/>
              </a:ext>
            </a:extLst>
          </p:cNvPr>
          <p:cNvSpPr txBox="1"/>
          <p:nvPr/>
        </p:nvSpPr>
        <p:spPr>
          <a:xfrm>
            <a:off x="368613" y="583768"/>
            <a:ext cx="3603008" cy="1200329"/>
          </a:xfrm>
          <a:prstGeom prst="rect">
            <a:avLst/>
          </a:prstGeom>
          <a:noFill/>
        </p:spPr>
        <p:txBody>
          <a:bodyPr wrap="square" rtlCol="0">
            <a:spAutoFit/>
          </a:bodyPr>
          <a:lstStyle/>
          <a:p>
            <a:r>
              <a:rPr lang="en-US" sz="3600" b="1" dirty="0"/>
              <a:t>Synchronous down counter</a:t>
            </a:r>
          </a:p>
        </p:txBody>
      </p:sp>
      <p:pic>
        <p:nvPicPr>
          <p:cNvPr id="4" name="Picture 3">
            <a:extLst>
              <a:ext uri="{FF2B5EF4-FFF2-40B4-BE49-F238E27FC236}">
                <a16:creationId xmlns:a16="http://schemas.microsoft.com/office/drawing/2014/main" id="{2278A09A-28FA-2366-C48A-9D263094F29D}"/>
              </a:ext>
            </a:extLst>
          </p:cNvPr>
          <p:cNvPicPr>
            <a:picLocks noChangeAspect="1"/>
          </p:cNvPicPr>
          <p:nvPr/>
        </p:nvPicPr>
        <p:blipFill>
          <a:blip r:embed="rId2"/>
          <a:stretch>
            <a:fillRect/>
          </a:stretch>
        </p:blipFill>
        <p:spPr>
          <a:xfrm>
            <a:off x="3171988" y="302307"/>
            <a:ext cx="6563641" cy="2544260"/>
          </a:xfrm>
          <a:prstGeom prst="rect">
            <a:avLst/>
          </a:prstGeom>
        </p:spPr>
      </p:pic>
      <p:pic>
        <p:nvPicPr>
          <p:cNvPr id="6" name="Picture 5">
            <a:extLst>
              <a:ext uri="{FF2B5EF4-FFF2-40B4-BE49-F238E27FC236}">
                <a16:creationId xmlns:a16="http://schemas.microsoft.com/office/drawing/2014/main" id="{3BCC6B65-3D11-4A2A-1038-9D634B225C01}"/>
              </a:ext>
            </a:extLst>
          </p:cNvPr>
          <p:cNvPicPr>
            <a:picLocks noChangeAspect="1"/>
          </p:cNvPicPr>
          <p:nvPr/>
        </p:nvPicPr>
        <p:blipFill>
          <a:blip r:embed="rId3"/>
          <a:stretch>
            <a:fillRect/>
          </a:stretch>
        </p:blipFill>
        <p:spPr>
          <a:xfrm>
            <a:off x="368613" y="2846567"/>
            <a:ext cx="8881607" cy="3001883"/>
          </a:xfrm>
          <a:prstGeom prst="rect">
            <a:avLst/>
          </a:prstGeom>
        </p:spPr>
      </p:pic>
    </p:spTree>
    <p:extLst>
      <p:ext uri="{BB962C8B-B14F-4D97-AF65-F5344CB8AC3E}">
        <p14:creationId xmlns:p14="http://schemas.microsoft.com/office/powerpoint/2010/main" val="240070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2211FE-F71B-6CEB-4294-8E13D4CF1B31}"/>
              </a:ext>
            </a:extLst>
          </p:cNvPr>
          <p:cNvSpPr txBox="1"/>
          <p:nvPr/>
        </p:nvSpPr>
        <p:spPr>
          <a:xfrm>
            <a:off x="335736" y="321375"/>
            <a:ext cx="4371436" cy="1200329"/>
          </a:xfrm>
          <a:prstGeom prst="rect">
            <a:avLst/>
          </a:prstGeom>
          <a:noFill/>
        </p:spPr>
        <p:txBody>
          <a:bodyPr wrap="square" rtlCol="0">
            <a:spAutoFit/>
          </a:bodyPr>
          <a:lstStyle/>
          <a:p>
            <a:r>
              <a:rPr lang="en-US" sz="3600" b="1" dirty="0"/>
              <a:t>Synchronous up/down counter</a:t>
            </a:r>
          </a:p>
        </p:txBody>
      </p:sp>
      <p:pic>
        <p:nvPicPr>
          <p:cNvPr id="4" name="Picture 3">
            <a:extLst>
              <a:ext uri="{FF2B5EF4-FFF2-40B4-BE49-F238E27FC236}">
                <a16:creationId xmlns:a16="http://schemas.microsoft.com/office/drawing/2014/main" id="{FDCEB3A0-86DD-4CA9-ABFE-4A4D49EA4831}"/>
              </a:ext>
            </a:extLst>
          </p:cNvPr>
          <p:cNvPicPr>
            <a:picLocks noChangeAspect="1"/>
          </p:cNvPicPr>
          <p:nvPr/>
        </p:nvPicPr>
        <p:blipFill>
          <a:blip r:embed="rId2"/>
          <a:stretch>
            <a:fillRect/>
          </a:stretch>
        </p:blipFill>
        <p:spPr>
          <a:xfrm>
            <a:off x="556352" y="1599944"/>
            <a:ext cx="6992326" cy="3658111"/>
          </a:xfrm>
          <a:prstGeom prst="rect">
            <a:avLst/>
          </a:prstGeom>
        </p:spPr>
      </p:pic>
    </p:spTree>
    <p:extLst>
      <p:ext uri="{BB962C8B-B14F-4D97-AF65-F5344CB8AC3E}">
        <p14:creationId xmlns:p14="http://schemas.microsoft.com/office/powerpoint/2010/main" val="928194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158718" y="1395891"/>
            <a:ext cx="8045764" cy="1200188"/>
          </a:xfrm>
          <a:prstGeom prst="rect">
            <a:avLst/>
          </a:prstGeom>
        </p:spPr>
      </p:pic>
      <p:sp>
        <p:nvSpPr>
          <p:cNvPr id="4" name="TextBox 3"/>
          <p:cNvSpPr txBox="1"/>
          <p:nvPr/>
        </p:nvSpPr>
        <p:spPr>
          <a:xfrm>
            <a:off x="1009934" y="846161"/>
            <a:ext cx="1414811" cy="523220"/>
          </a:xfrm>
          <a:prstGeom prst="rect">
            <a:avLst/>
          </a:prstGeom>
          <a:noFill/>
        </p:spPr>
        <p:txBody>
          <a:bodyPr wrap="none" rtlCol="0">
            <a:spAutoFit/>
          </a:bodyPr>
          <a:lstStyle/>
          <a:p>
            <a:r>
              <a:rPr lang="en-US" sz="2800" dirty="0"/>
              <a:t>Problem</a:t>
            </a:r>
          </a:p>
        </p:txBody>
      </p:sp>
    </p:spTree>
    <p:extLst>
      <p:ext uri="{BB962C8B-B14F-4D97-AF65-F5344CB8AC3E}">
        <p14:creationId xmlns:p14="http://schemas.microsoft.com/office/powerpoint/2010/main" val="3266387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E15C421-B3A5-3493-B794-FA46E849C4CC}"/>
                  </a:ext>
                </a:extLst>
              </p:cNvPr>
              <p:cNvSpPr txBox="1"/>
              <p:nvPr/>
            </p:nvSpPr>
            <p:spPr>
              <a:xfrm>
                <a:off x="1127760" y="635338"/>
                <a:ext cx="6096000" cy="2031325"/>
              </a:xfrm>
              <a:prstGeom prst="rect">
                <a:avLst/>
              </a:prstGeom>
              <a:noFill/>
            </p:spPr>
            <p:txBody>
              <a:bodyPr wrap="square">
                <a:spAutoFit/>
              </a:bodyPr>
              <a:lstStyle/>
              <a:p>
                <a:pPr>
                  <a:buNone/>
                </a:pPr>
                <a:r>
                  <a:rPr lang="en-IN" b="1" dirty="0"/>
                  <a:t>1) Characteristic table of the JN flip-flop</a:t>
                </a:r>
              </a:p>
              <a:p>
                <a:pPr>
                  <a:buNone/>
                </a:pPr>
                <a:r>
                  <a:rPr lang="en-IN" dirty="0"/>
                  <a:t>Recall: a JN flip-flop behaves like a JK flip-flop except </a:t>
                </a:r>
                <a14:m>
                  <m:oMath xmlns:m="http://schemas.openxmlformats.org/officeDocument/2006/math">
                    <m:r>
                      <a:rPr lang="en-IN" i="1">
                        <a:latin typeface="Cambria Math" panose="02040503050406030204" pitchFamily="18" charset="0"/>
                      </a:rPr>
                      <m:t>𝑁</m:t>
                    </m:r>
                    <m:r>
                      <a:rPr lang="en-IN"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𝐾</m:t>
                        </m:r>
                      </m:e>
                      <m:sup>
                        <m:r>
                          <a:rPr lang="ar-AE" i="0">
                            <a:latin typeface="Cambria Math" panose="02040503050406030204" pitchFamily="18" charset="0"/>
                          </a:rPr>
                          <m:t>′</m:t>
                        </m:r>
                      </m:sup>
                    </m:sSup>
                  </m:oMath>
                </a14:m>
                <a:r>
                  <a:rPr lang="ar-AE" dirty="0"/>
                  <a:t>. </a:t>
                </a:r>
                <a:r>
                  <a:rPr lang="en-IN" dirty="0"/>
                  <a:t>For a JK flip-flop the next state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i="0">
                            <a:latin typeface="Cambria Math" panose="02040503050406030204" pitchFamily="18" charset="0"/>
                          </a:rPr>
                          <m:t>+</m:t>
                        </m:r>
                      </m:sup>
                    </m:sSup>
                  </m:oMath>
                </a14:m>
                <a:r>
                  <a:rPr lang="en-IN" dirty="0"/>
                  <a:t>for inputs </a:t>
                </a: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m:t>
                    </m:r>
                    <m:r>
                      <a:rPr lang="en-IN" i="1">
                        <a:latin typeface="Cambria Math" panose="02040503050406030204" pitchFamily="18" charset="0"/>
                      </a:rPr>
                      <m:t>𝐾</m:t>
                    </m:r>
                  </m:oMath>
                </a14:m>
                <a:r>
                  <a:rPr lang="en-IN" dirty="0"/>
                  <a:t>is:</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1">
                        <a:latin typeface="Cambria Math" panose="02040503050406030204" pitchFamily="18" charset="0"/>
                      </a:rPr>
                      <m:t>𝐾</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i="0">
                            <a:latin typeface="Cambria Math" panose="02040503050406030204" pitchFamily="18" charset="0"/>
                          </a:rPr>
                          <m:t>+</m:t>
                        </m:r>
                      </m:sup>
                    </m:sSup>
                    <m:r>
                      <a:rPr lang="ar-AE" i="0">
                        <a:latin typeface="Cambria Math" panose="02040503050406030204" pitchFamily="18" charset="0"/>
                      </a:rPr>
                      <m:t>=</m:t>
                    </m:r>
                    <m:r>
                      <a:rPr lang="ar-AE" i="1">
                        <a:latin typeface="Cambria Math" panose="02040503050406030204" pitchFamily="18" charset="0"/>
                      </a:rPr>
                      <m:t>𝑄</m:t>
                    </m:r>
                  </m:oMath>
                </a14:m>
                <a:r>
                  <a:rPr lang="ar-AE" dirty="0"/>
                  <a:t>(</a:t>
                </a:r>
                <a:r>
                  <a:rPr lang="en-IN" dirty="0"/>
                  <a:t>no change)</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1">
                        <a:latin typeface="Cambria Math" panose="02040503050406030204" pitchFamily="18" charset="0"/>
                      </a:rPr>
                      <m:t>𝐾</m:t>
                    </m:r>
                    <m:r>
                      <a:rPr lang="en-IN" i="0">
                        <a:latin typeface="Cambria Math" panose="02040503050406030204" pitchFamily="18" charset="0"/>
                      </a:rPr>
                      <m:t>=</m:t>
                    </m:r>
                    <m:r>
                      <a:rPr lang="en-IN" i="0">
                        <a:latin typeface="Cambria Math" panose="02040503050406030204" pitchFamily="18" charset="0"/>
                      </a:rPr>
                      <m:t>1</m:t>
                    </m:r>
                    <m:r>
                      <a:rPr lang="en-IN"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i="0">
                            <a:latin typeface="Cambria Math" panose="02040503050406030204" pitchFamily="18" charset="0"/>
                          </a:rPr>
                          <m:t>+</m:t>
                        </m:r>
                      </m:sup>
                    </m:sSup>
                    <m:r>
                      <a:rPr lang="ar-AE" i="0">
                        <a:latin typeface="Cambria Math" panose="02040503050406030204" pitchFamily="18" charset="0"/>
                      </a:rPr>
                      <m:t>=</m:t>
                    </m:r>
                    <m:r>
                      <a:rPr lang="ar-AE" i="0">
                        <a:latin typeface="Cambria Math" panose="02040503050406030204" pitchFamily="18" charset="0"/>
                      </a:rPr>
                      <m:t>0</m:t>
                    </m:r>
                  </m:oMath>
                </a14:m>
                <a:r>
                  <a:rPr lang="ar-AE" dirty="0"/>
                  <a:t>(</a:t>
                </a:r>
                <a:r>
                  <a:rPr lang="en-IN" dirty="0"/>
                  <a:t>reset)</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m:t>
                    </m:r>
                    <m:r>
                      <a:rPr lang="en-IN" i="0">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𝐾</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i="0">
                            <a:latin typeface="Cambria Math" panose="02040503050406030204" pitchFamily="18" charset="0"/>
                          </a:rPr>
                          <m:t>+</m:t>
                        </m:r>
                      </m:sup>
                    </m:sSup>
                    <m:r>
                      <a:rPr lang="ar-AE" i="0">
                        <a:latin typeface="Cambria Math" panose="02040503050406030204" pitchFamily="18" charset="0"/>
                      </a:rPr>
                      <m:t>=</m:t>
                    </m:r>
                    <m:r>
                      <a:rPr lang="ar-AE" i="0">
                        <a:latin typeface="Cambria Math" panose="02040503050406030204" pitchFamily="18" charset="0"/>
                      </a:rPr>
                      <m:t>1</m:t>
                    </m:r>
                  </m:oMath>
                </a14:m>
                <a:r>
                  <a:rPr lang="ar-AE" dirty="0"/>
                  <a:t>(</a:t>
                </a:r>
                <a:r>
                  <a:rPr lang="en-IN" dirty="0"/>
                  <a:t>set)</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m:t>
                    </m:r>
                    <m:r>
                      <a:rPr lang="en-IN" i="0">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𝐾</m:t>
                    </m:r>
                    <m:r>
                      <a:rPr lang="en-IN" i="0">
                        <a:latin typeface="Cambria Math" panose="02040503050406030204" pitchFamily="18" charset="0"/>
                      </a:rPr>
                      <m:t>=</m:t>
                    </m:r>
                    <m:r>
                      <a:rPr lang="en-IN" i="0">
                        <a:latin typeface="Cambria Math" panose="02040503050406030204" pitchFamily="18" charset="0"/>
                      </a:rPr>
                      <m:t>1</m:t>
                    </m:r>
                    <m:r>
                      <a:rPr lang="en-IN"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i="0">
                            <a:latin typeface="Cambria Math" panose="02040503050406030204" pitchFamily="18" charset="0"/>
                          </a:rPr>
                          <m:t>+</m:t>
                        </m:r>
                      </m:sup>
                    </m:sSup>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i="0">
                            <a:latin typeface="Cambria Math" panose="02040503050406030204" pitchFamily="18" charset="0"/>
                          </a:rPr>
                          <m:t>′</m:t>
                        </m:r>
                      </m:sup>
                    </m:sSup>
                  </m:oMath>
                </a14:m>
                <a:r>
                  <a:rPr lang="ar-AE" dirty="0"/>
                  <a:t>(</a:t>
                </a:r>
                <a:r>
                  <a:rPr lang="en-IN" dirty="0"/>
                  <a:t>toggle)</a:t>
                </a:r>
              </a:p>
            </p:txBody>
          </p:sp>
        </mc:Choice>
        <mc:Fallback xmlns="">
          <p:sp>
            <p:nvSpPr>
              <p:cNvPr id="3" name="TextBox 2">
                <a:extLst>
                  <a:ext uri="{FF2B5EF4-FFF2-40B4-BE49-F238E27FC236}">
                    <a16:creationId xmlns:a16="http://schemas.microsoft.com/office/drawing/2014/main" id="{AE15C421-B3A5-3493-B794-FA46E849C4CC}"/>
                  </a:ext>
                </a:extLst>
              </p:cNvPr>
              <p:cNvSpPr txBox="1">
                <a:spLocks noRot="1" noChangeAspect="1" noMove="1" noResize="1" noEditPoints="1" noAdjustHandles="1" noChangeArrowheads="1" noChangeShapeType="1" noTextEdit="1"/>
              </p:cNvSpPr>
              <p:nvPr/>
            </p:nvSpPr>
            <p:spPr>
              <a:xfrm>
                <a:off x="1127760" y="635338"/>
                <a:ext cx="6096000" cy="2031325"/>
              </a:xfrm>
              <a:prstGeom prst="rect">
                <a:avLst/>
              </a:prstGeom>
              <a:blipFill>
                <a:blip r:embed="rId2"/>
                <a:stretch>
                  <a:fillRect l="-800" t="-1502" b="-3904"/>
                </a:stretch>
              </a:blipFill>
            </p:spPr>
            <p:txBody>
              <a:bodyPr/>
              <a:lstStyle/>
              <a:p>
                <a:r>
                  <a:rPr lang="en-IN">
                    <a:noFill/>
                  </a:rPr>
                  <a:t> </a:t>
                </a:r>
              </a:p>
            </p:txBody>
          </p:sp>
        </mc:Fallback>
      </mc:AlternateContent>
    </p:spTree>
    <p:extLst>
      <p:ext uri="{BB962C8B-B14F-4D97-AF65-F5344CB8AC3E}">
        <p14:creationId xmlns:p14="http://schemas.microsoft.com/office/powerpoint/2010/main" val="2939160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179F6F-55B3-CCA5-16F5-240821ACB0C2}"/>
              </a:ext>
            </a:extLst>
          </p:cNvPr>
          <p:cNvPicPr>
            <a:picLocks noChangeAspect="1"/>
          </p:cNvPicPr>
          <p:nvPr/>
        </p:nvPicPr>
        <p:blipFill>
          <a:blip r:embed="rId2"/>
          <a:stretch>
            <a:fillRect/>
          </a:stretch>
        </p:blipFill>
        <p:spPr>
          <a:xfrm>
            <a:off x="1247098" y="856891"/>
            <a:ext cx="9697803" cy="5144218"/>
          </a:xfrm>
          <a:prstGeom prst="rect">
            <a:avLst/>
          </a:prstGeom>
        </p:spPr>
      </p:pic>
    </p:spTree>
    <p:extLst>
      <p:ext uri="{BB962C8B-B14F-4D97-AF65-F5344CB8AC3E}">
        <p14:creationId xmlns:p14="http://schemas.microsoft.com/office/powerpoint/2010/main" val="4207468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7AEC69-D3BE-652A-97FA-119158B32424}"/>
              </a:ext>
            </a:extLst>
          </p:cNvPr>
          <p:cNvPicPr>
            <a:picLocks noChangeAspect="1"/>
          </p:cNvPicPr>
          <p:nvPr/>
        </p:nvPicPr>
        <p:blipFill>
          <a:blip r:embed="rId2"/>
          <a:stretch>
            <a:fillRect/>
          </a:stretch>
        </p:blipFill>
        <p:spPr>
          <a:xfrm>
            <a:off x="1485256" y="348344"/>
            <a:ext cx="10480971" cy="5500344"/>
          </a:xfrm>
          <a:prstGeom prst="rect">
            <a:avLst/>
          </a:prstGeom>
        </p:spPr>
      </p:pic>
    </p:spTree>
    <p:extLst>
      <p:ext uri="{BB962C8B-B14F-4D97-AF65-F5344CB8AC3E}">
        <p14:creationId xmlns:p14="http://schemas.microsoft.com/office/powerpoint/2010/main" val="3597818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90ED02-47EF-C301-8C73-31EF0BAA704E}"/>
              </a:ext>
            </a:extLst>
          </p:cNvPr>
          <p:cNvPicPr>
            <a:picLocks noChangeAspect="1"/>
          </p:cNvPicPr>
          <p:nvPr/>
        </p:nvPicPr>
        <p:blipFill>
          <a:blip r:embed="rId2"/>
          <a:stretch>
            <a:fillRect/>
          </a:stretch>
        </p:blipFill>
        <p:spPr>
          <a:xfrm>
            <a:off x="1418571" y="1310629"/>
            <a:ext cx="9804599" cy="4402816"/>
          </a:xfrm>
          <a:prstGeom prst="rect">
            <a:avLst/>
          </a:prstGeom>
        </p:spPr>
      </p:pic>
    </p:spTree>
    <p:extLst>
      <p:ext uri="{BB962C8B-B14F-4D97-AF65-F5344CB8AC3E}">
        <p14:creationId xmlns:p14="http://schemas.microsoft.com/office/powerpoint/2010/main" val="1480991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4776" y="818866"/>
            <a:ext cx="237566" cy="369332"/>
          </a:xfrm>
          <a:prstGeom prst="rect">
            <a:avLst/>
          </a:prstGeom>
          <a:noFill/>
        </p:spPr>
        <p:txBody>
          <a:bodyPr wrap="none" rtlCol="0">
            <a:spAutoFit/>
          </a:bodyPr>
          <a:lstStyle/>
          <a:p>
            <a:r>
              <a:rPr lang="en-US" dirty="0"/>
              <a:t> </a:t>
            </a:r>
          </a:p>
        </p:txBody>
      </p:sp>
      <p:sp>
        <p:nvSpPr>
          <p:cNvPr id="4" name="Rectangle 3"/>
          <p:cNvSpPr/>
          <p:nvPr/>
        </p:nvSpPr>
        <p:spPr>
          <a:xfrm>
            <a:off x="973539" y="357201"/>
            <a:ext cx="10381397" cy="1384995"/>
          </a:xfrm>
          <a:prstGeom prst="rect">
            <a:avLst/>
          </a:prstGeom>
        </p:spPr>
        <p:txBody>
          <a:bodyPr wrap="square">
            <a:spAutoFit/>
          </a:bodyPr>
          <a:lstStyle/>
          <a:p>
            <a:r>
              <a:rPr lang="en-US" sz="2800" dirty="0"/>
              <a:t>Problem:</a:t>
            </a:r>
          </a:p>
          <a:p>
            <a:r>
              <a:rPr lang="en-US" sz="2800" dirty="0"/>
              <a:t>Design with the following repeated binary sequence 0, 1, 3, 7, 6, 4.  Use T FF. Check if it is self correcting </a:t>
            </a:r>
          </a:p>
        </p:txBody>
      </p:sp>
      <p:pic>
        <p:nvPicPr>
          <p:cNvPr id="5" name="Picture 4">
            <a:extLst>
              <a:ext uri="{FF2B5EF4-FFF2-40B4-BE49-F238E27FC236}">
                <a16:creationId xmlns:a16="http://schemas.microsoft.com/office/drawing/2014/main" id="{A3BCE4ED-9C17-E4A2-3D84-9D91B568A9BB}"/>
              </a:ext>
            </a:extLst>
          </p:cNvPr>
          <p:cNvPicPr>
            <a:picLocks noChangeAspect="1"/>
          </p:cNvPicPr>
          <p:nvPr/>
        </p:nvPicPr>
        <p:blipFill>
          <a:blip r:embed="rId2"/>
          <a:stretch>
            <a:fillRect/>
          </a:stretch>
        </p:blipFill>
        <p:spPr>
          <a:xfrm>
            <a:off x="1038952" y="1951246"/>
            <a:ext cx="9069066" cy="4429743"/>
          </a:xfrm>
          <a:prstGeom prst="rect">
            <a:avLst/>
          </a:prstGeom>
        </p:spPr>
      </p:pic>
    </p:spTree>
    <p:extLst>
      <p:ext uri="{BB962C8B-B14F-4D97-AF65-F5344CB8AC3E}">
        <p14:creationId xmlns:p14="http://schemas.microsoft.com/office/powerpoint/2010/main" val="184529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6161" y="805218"/>
            <a:ext cx="2165786" cy="584775"/>
          </a:xfrm>
          <a:prstGeom prst="rect">
            <a:avLst/>
          </a:prstGeom>
          <a:noFill/>
        </p:spPr>
        <p:txBody>
          <a:bodyPr wrap="none" rtlCol="0">
            <a:spAutoFit/>
          </a:bodyPr>
          <a:lstStyle/>
          <a:p>
            <a:r>
              <a:rPr lang="en-US" sz="3200" b="1" dirty="0"/>
              <a:t>Home work</a:t>
            </a:r>
          </a:p>
        </p:txBody>
      </p:sp>
      <p:pic>
        <p:nvPicPr>
          <p:cNvPr id="3" name="Picture 2"/>
          <p:cNvPicPr>
            <a:picLocks noChangeAspect="1"/>
          </p:cNvPicPr>
          <p:nvPr/>
        </p:nvPicPr>
        <p:blipFill>
          <a:blip r:embed="rId2"/>
          <a:stretch>
            <a:fillRect/>
          </a:stretch>
        </p:blipFill>
        <p:spPr>
          <a:xfrm>
            <a:off x="443304" y="1692324"/>
            <a:ext cx="11454789" cy="2115402"/>
          </a:xfrm>
          <a:prstGeom prst="rect">
            <a:avLst/>
          </a:prstGeom>
        </p:spPr>
      </p:pic>
    </p:spTree>
    <p:extLst>
      <p:ext uri="{BB962C8B-B14F-4D97-AF65-F5344CB8AC3E}">
        <p14:creationId xmlns:p14="http://schemas.microsoft.com/office/powerpoint/2010/main" val="155296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394" y="569513"/>
            <a:ext cx="10973212" cy="307777"/>
          </a:xfrm>
        </p:spPr>
        <p:txBody>
          <a:bodyPr>
            <a:noAutofit/>
          </a:bodyPr>
          <a:lstStyle/>
          <a:p>
            <a:r>
              <a:rPr lang="en-IN" sz="2000" b="1" dirty="0"/>
              <a:t>Asynchronous 3 bit UP Counter (MOD 8 ) (Binary Ripple Counter)</a:t>
            </a:r>
          </a:p>
        </p:txBody>
      </p:sp>
      <p:sp>
        <p:nvSpPr>
          <p:cNvPr id="3" name="Rectangle 2"/>
          <p:cNvSpPr/>
          <p:nvPr/>
        </p:nvSpPr>
        <p:spPr>
          <a:xfrm>
            <a:off x="581893" y="990600"/>
            <a:ext cx="10134600" cy="707886"/>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In asynchronous counter we don’t use universal clock, only first flip flop is driven by main clock and the clock input of rest of the following flip flop is driven by output of previous flip flops. </a:t>
            </a:r>
          </a:p>
        </p:txBody>
      </p:sp>
      <p:pic>
        <p:nvPicPr>
          <p:cNvPr id="9" name="Picture 8"/>
          <p:cNvPicPr>
            <a:picLocks noChangeAspect="1"/>
          </p:cNvPicPr>
          <p:nvPr/>
        </p:nvPicPr>
        <p:blipFill>
          <a:blip r:embed="rId2"/>
          <a:stretch>
            <a:fillRect/>
          </a:stretch>
        </p:blipFill>
        <p:spPr>
          <a:xfrm>
            <a:off x="2362200" y="1965684"/>
            <a:ext cx="7239000" cy="427089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27D9A0E3-B61A-4BCD-9CE5-70E04CE929F0}"/>
                  </a:ext>
                </a:extLst>
              </p14:cNvPr>
              <p14:cNvContentPartPr/>
              <p14:nvPr/>
            </p14:nvContentPartPr>
            <p14:xfrm>
              <a:off x="29880" y="2049120"/>
              <a:ext cx="11019960" cy="3652560"/>
            </p14:xfrm>
          </p:contentPart>
        </mc:Choice>
        <mc:Fallback xmlns="">
          <p:pic>
            <p:nvPicPr>
              <p:cNvPr id="5" name="Ink 4">
                <a:extLst>
                  <a:ext uri="{FF2B5EF4-FFF2-40B4-BE49-F238E27FC236}">
                    <a16:creationId xmlns:a16="http://schemas.microsoft.com/office/drawing/2014/main" id="{27D9A0E3-B61A-4BCD-9CE5-70E04CE929F0}"/>
                  </a:ext>
                </a:extLst>
              </p:cNvPr>
              <p:cNvPicPr/>
              <p:nvPr/>
            </p:nvPicPr>
            <p:blipFill>
              <a:blip r:embed="rId4"/>
              <a:stretch>
                <a:fillRect/>
              </a:stretch>
            </p:blipFill>
            <p:spPr>
              <a:xfrm>
                <a:off x="20520" y="2039760"/>
                <a:ext cx="11038680" cy="3671280"/>
              </a:xfrm>
              <a:prstGeom prst="rect">
                <a:avLst/>
              </a:prstGeom>
            </p:spPr>
          </p:pic>
        </mc:Fallback>
      </mc:AlternateContent>
      <p:sp>
        <p:nvSpPr>
          <p:cNvPr id="4" name="TextBox 3">
            <a:extLst>
              <a:ext uri="{FF2B5EF4-FFF2-40B4-BE49-F238E27FC236}">
                <a16:creationId xmlns:a16="http://schemas.microsoft.com/office/drawing/2014/main" id="{C856DF68-8D4D-A260-6449-E91C10B38324}"/>
              </a:ext>
            </a:extLst>
          </p:cNvPr>
          <p:cNvSpPr txBox="1"/>
          <p:nvPr/>
        </p:nvSpPr>
        <p:spPr>
          <a:xfrm>
            <a:off x="4014110" y="55191"/>
            <a:ext cx="2879956" cy="584775"/>
          </a:xfrm>
          <a:prstGeom prst="rect">
            <a:avLst/>
          </a:prstGeom>
          <a:noFill/>
        </p:spPr>
        <p:txBody>
          <a:bodyPr wrap="none" rtlCol="0">
            <a:spAutoFit/>
          </a:bodyPr>
          <a:lstStyle/>
          <a:p>
            <a:r>
              <a:rPr lang="en-US" sz="3200" b="1" dirty="0"/>
              <a:t>Ripple Counters</a:t>
            </a:r>
          </a:p>
        </p:txBody>
      </p:sp>
    </p:spTree>
    <p:extLst>
      <p:ext uri="{BB962C8B-B14F-4D97-AF65-F5344CB8AC3E}">
        <p14:creationId xmlns:p14="http://schemas.microsoft.com/office/powerpoint/2010/main" val="89143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B415DB6-8A9E-2EBC-0A2E-7C052C60F4C3}"/>
              </a:ext>
            </a:extLst>
          </p:cNvPr>
          <p:cNvSpPr txBox="1"/>
          <p:nvPr/>
        </p:nvSpPr>
        <p:spPr>
          <a:xfrm>
            <a:off x="741680" y="498891"/>
            <a:ext cx="6096000" cy="369332"/>
          </a:xfrm>
          <a:prstGeom prst="rect">
            <a:avLst/>
          </a:prstGeom>
          <a:noFill/>
        </p:spPr>
        <p:txBody>
          <a:bodyPr wrap="square">
            <a:spAutoFit/>
          </a:bodyPr>
          <a:lstStyle/>
          <a:p>
            <a:r>
              <a:rPr lang="en-IN" b="1" dirty="0"/>
              <a:t>Design with T and D Flip Flops</a:t>
            </a:r>
            <a:endParaRPr lang="en-US" dirty="0"/>
          </a:p>
        </p:txBody>
      </p:sp>
      <p:pic>
        <p:nvPicPr>
          <p:cNvPr id="9" name="Picture 8">
            <a:extLst>
              <a:ext uri="{FF2B5EF4-FFF2-40B4-BE49-F238E27FC236}">
                <a16:creationId xmlns:a16="http://schemas.microsoft.com/office/drawing/2014/main" id="{F5C49879-67E0-9DBC-2B18-261E3D3EE9A7}"/>
              </a:ext>
            </a:extLst>
          </p:cNvPr>
          <p:cNvPicPr>
            <a:picLocks noChangeAspect="1"/>
          </p:cNvPicPr>
          <p:nvPr/>
        </p:nvPicPr>
        <p:blipFill>
          <a:blip r:embed="rId2"/>
          <a:srcRect t="8191"/>
          <a:stretch>
            <a:fillRect/>
          </a:stretch>
        </p:blipFill>
        <p:spPr>
          <a:xfrm>
            <a:off x="3789680" y="390346"/>
            <a:ext cx="5862320" cy="5871446"/>
          </a:xfrm>
          <a:prstGeom prst="rect">
            <a:avLst/>
          </a:prstGeom>
        </p:spPr>
      </p:pic>
    </p:spTree>
    <p:extLst>
      <p:ext uri="{BB962C8B-B14F-4D97-AF65-F5344CB8AC3E}">
        <p14:creationId xmlns:p14="http://schemas.microsoft.com/office/powerpoint/2010/main" val="2971434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1491" y="1512931"/>
            <a:ext cx="10002982" cy="4031873"/>
          </a:xfrm>
          <a:prstGeom prst="rect">
            <a:avLst/>
          </a:prstGeom>
        </p:spPr>
        <p:txBody>
          <a:bodyPr wrap="square">
            <a:spAutoFit/>
          </a:bodyPr>
          <a:lstStyle/>
          <a:p>
            <a:pPr algn="just"/>
            <a:r>
              <a:rPr lang="en-US" sz="3200" dirty="0">
                <a:latin typeface="TimesTenLTStd-Roman"/>
              </a:rPr>
              <a:t>For an alternative design, the timing signals can be generated by a two‐bit counter that goes through four distinct states and a decoder. The decoder decodes the four states of the counter and generates the required sequence of timing signals.</a:t>
            </a:r>
          </a:p>
          <a:p>
            <a:pPr algn="just"/>
            <a:r>
              <a:rPr lang="en-US" sz="3200" dirty="0">
                <a:latin typeface="TimesTenLTStd-Roman"/>
              </a:rPr>
              <a:t>To generate 2</a:t>
            </a:r>
            <a:r>
              <a:rPr lang="en-US" sz="3200" i="1" baseline="30000" dirty="0">
                <a:latin typeface="TimesTenLTStd-Italic"/>
              </a:rPr>
              <a:t>n </a:t>
            </a:r>
            <a:r>
              <a:rPr lang="en-US" sz="3200" dirty="0">
                <a:latin typeface="TimesTenLTStd-Roman"/>
              </a:rPr>
              <a:t>timing signals, we need either a shift register with 2</a:t>
            </a:r>
            <a:r>
              <a:rPr lang="en-US" sz="3200" i="1" baseline="30000" dirty="0">
                <a:latin typeface="TimesTenLTStd-Italic"/>
              </a:rPr>
              <a:t>n</a:t>
            </a:r>
            <a:r>
              <a:rPr lang="en-US" sz="3200" i="1" dirty="0">
                <a:latin typeface="TimesTenLTStd-Italic"/>
              </a:rPr>
              <a:t> </a:t>
            </a:r>
            <a:r>
              <a:rPr lang="en-US" sz="3200" dirty="0">
                <a:latin typeface="TimesTenLTStd-Roman"/>
              </a:rPr>
              <a:t>flip‐flops or an </a:t>
            </a:r>
            <a:r>
              <a:rPr lang="en-US" sz="3200" i="1" dirty="0">
                <a:latin typeface="TimesTenLTStd-Italic"/>
              </a:rPr>
              <a:t>n </a:t>
            </a:r>
            <a:r>
              <a:rPr lang="en-US" sz="3200" dirty="0">
                <a:latin typeface="TimesTenLTStd-Roman"/>
              </a:rPr>
              <a:t>‐bit binary counter together with an </a:t>
            </a:r>
            <a:r>
              <a:rPr lang="en-US" sz="3200" i="1" dirty="0">
                <a:latin typeface="TimesTenLTStd-Italic"/>
              </a:rPr>
              <a:t>n</a:t>
            </a:r>
            <a:r>
              <a:rPr lang="en-US" sz="3200" dirty="0">
                <a:latin typeface="TimesTenLTStd-Roman"/>
              </a:rPr>
              <a:t>‐to‐2</a:t>
            </a:r>
            <a:r>
              <a:rPr lang="en-US" sz="3200" i="1" baseline="30000" dirty="0">
                <a:latin typeface="TimesTenLTStd-Italic"/>
              </a:rPr>
              <a:t>n</a:t>
            </a:r>
            <a:r>
              <a:rPr lang="en-US" sz="3200" i="1" dirty="0">
                <a:latin typeface="TimesTenLTStd-Italic"/>
              </a:rPr>
              <a:t> </a:t>
            </a:r>
            <a:r>
              <a:rPr lang="en-US" sz="3200" dirty="0">
                <a:latin typeface="TimesTenLTStd-Roman"/>
              </a:rPr>
              <a:t>‐line decoder.</a:t>
            </a:r>
            <a:endParaRPr lang="en-US" sz="3200" dirty="0"/>
          </a:p>
        </p:txBody>
      </p:sp>
      <p:sp>
        <p:nvSpPr>
          <p:cNvPr id="4" name="TextBox 3">
            <a:extLst>
              <a:ext uri="{FF2B5EF4-FFF2-40B4-BE49-F238E27FC236}">
                <a16:creationId xmlns:a16="http://schemas.microsoft.com/office/drawing/2014/main" id="{A9ACB6E4-AC98-D224-E11B-07C3190DE478}"/>
              </a:ext>
            </a:extLst>
          </p:cNvPr>
          <p:cNvSpPr txBox="1"/>
          <p:nvPr/>
        </p:nvSpPr>
        <p:spPr>
          <a:xfrm>
            <a:off x="1605280" y="409694"/>
            <a:ext cx="7731760" cy="523220"/>
          </a:xfrm>
          <a:prstGeom prst="rect">
            <a:avLst/>
          </a:prstGeom>
          <a:noFill/>
        </p:spPr>
        <p:txBody>
          <a:bodyPr wrap="square">
            <a:spAutoFit/>
          </a:bodyPr>
          <a:lstStyle/>
          <a:p>
            <a:r>
              <a:rPr lang="en-US" sz="2800" b="1" dirty="0">
                <a:latin typeface="Times New Roman" panose="02020603050405020304" pitchFamily="18" charset="0"/>
                <a:ea typeface="Times New Roman" panose="02020603050405020304" pitchFamily="18" charset="0"/>
              </a:rPr>
              <a:t>R</a:t>
            </a:r>
            <a:r>
              <a:rPr lang="en-US" sz="2800" b="1" dirty="0">
                <a:effectLst/>
                <a:latin typeface="Times New Roman" panose="02020603050405020304" pitchFamily="18" charset="0"/>
                <a:ea typeface="Times New Roman" panose="02020603050405020304" pitchFamily="18" charset="0"/>
              </a:rPr>
              <a:t>ing counter using counter and decoder</a:t>
            </a:r>
            <a:endParaRPr lang="en-US" sz="2800" b="1" dirty="0"/>
          </a:p>
        </p:txBody>
      </p:sp>
    </p:spTree>
    <p:extLst>
      <p:ext uri="{BB962C8B-B14F-4D97-AF65-F5344CB8AC3E}">
        <p14:creationId xmlns:p14="http://schemas.microsoft.com/office/powerpoint/2010/main" val="4101681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0" y="1186645"/>
            <a:ext cx="4308763" cy="4028019"/>
          </a:xfrm>
          <a:prstGeom prst="rect">
            <a:avLst/>
          </a:prstGeom>
        </p:spPr>
      </p:pic>
    </p:spTree>
    <p:extLst>
      <p:ext uri="{BB962C8B-B14F-4D97-AF65-F5344CB8AC3E}">
        <p14:creationId xmlns:p14="http://schemas.microsoft.com/office/powerpoint/2010/main" val="2184012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4918</TotalTime>
  <Words>413</Words>
  <Application>Microsoft Office PowerPoint</Application>
  <PresentationFormat>Widescreen</PresentationFormat>
  <Paragraphs>32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Light</vt:lpstr>
      <vt:lpstr>Cambria Math</vt:lpstr>
      <vt:lpstr>Times New Roman</vt:lpstr>
      <vt:lpstr>TimesTenLTStd-Italic</vt:lpstr>
      <vt:lpstr>TimesTenLTStd-Roman</vt:lpstr>
      <vt:lpstr>Office Theme</vt:lpstr>
      <vt:lpstr>COUNTERS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Asynchronous 3 bit UP Counter (MOD 8 ) (Binary Ripple Counter)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Hemalatha S. [MAHE-MIT]</dc:creator>
  <cp:lastModifiedBy>Shashank Nandan</cp:lastModifiedBy>
  <cp:revision>37</cp:revision>
  <dcterms:created xsi:type="dcterms:W3CDTF">2020-10-14T12:03:17Z</dcterms:created>
  <dcterms:modified xsi:type="dcterms:W3CDTF">2025-10-31T06:17:15Z</dcterms:modified>
</cp:coreProperties>
</file>