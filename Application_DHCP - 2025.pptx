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9" r:id="rId1"/>
  </p:sldMasterIdLst>
  <p:notesMasterIdLst>
    <p:notesMasterId r:id="rId32"/>
  </p:notesMasterIdLst>
  <p:sldIdLst>
    <p:sldId id="549" r:id="rId2"/>
    <p:sldId id="552" r:id="rId3"/>
    <p:sldId id="542" r:id="rId4"/>
    <p:sldId id="567" r:id="rId5"/>
    <p:sldId id="557" r:id="rId6"/>
    <p:sldId id="568" r:id="rId7"/>
    <p:sldId id="529" r:id="rId8"/>
    <p:sldId id="569" r:id="rId9"/>
    <p:sldId id="570" r:id="rId10"/>
    <p:sldId id="571" r:id="rId11"/>
    <p:sldId id="541" r:id="rId12"/>
    <p:sldId id="562" r:id="rId13"/>
    <p:sldId id="573" r:id="rId14"/>
    <p:sldId id="572" r:id="rId15"/>
    <p:sldId id="574" r:id="rId16"/>
    <p:sldId id="575" r:id="rId17"/>
    <p:sldId id="576" r:id="rId18"/>
    <p:sldId id="577" r:id="rId19"/>
    <p:sldId id="544" r:id="rId20"/>
    <p:sldId id="578" r:id="rId21"/>
    <p:sldId id="560" r:id="rId22"/>
    <p:sldId id="546" r:id="rId23"/>
    <p:sldId id="581" r:id="rId24"/>
    <p:sldId id="582" r:id="rId25"/>
    <p:sldId id="583" r:id="rId26"/>
    <p:sldId id="547" r:id="rId27"/>
    <p:sldId id="584" r:id="rId28"/>
    <p:sldId id="586" r:id="rId29"/>
    <p:sldId id="548" r:id="rId30"/>
    <p:sldId id="587" r:id="rId31"/>
  </p:sldIdLst>
  <p:sldSz cx="9144000" cy="6858000" type="screen4x3"/>
  <p:notesSz cx="6858000" cy="9144000"/>
  <p:custDataLst>
    <p:tags r:id="rId33"/>
  </p:custDataLst>
  <p:defaultTextStyle>
    <a:defPPr>
      <a:defRPr lang="en-US"/>
    </a:defPPr>
    <a:lvl1pPr algn="l" rtl="0" eaLnBrk="0" fontAlgn="base" hangingPunct="0">
      <a:spcBef>
        <a:spcPct val="0"/>
      </a:spcBef>
      <a:spcAft>
        <a:spcPct val="0"/>
      </a:spcAft>
      <a:defRPr b="1" kern="1200">
        <a:solidFill>
          <a:schemeClr val="tx1"/>
        </a:solidFill>
        <a:latin typeface="Tahoma" panose="020B0604030504040204" pitchFamily="34" charset="0"/>
        <a:ea typeface="+mn-ea"/>
        <a:cs typeface="+mn-cs"/>
      </a:defRPr>
    </a:lvl1pPr>
    <a:lvl2pPr marL="457200" algn="l" rtl="0" eaLnBrk="0" fontAlgn="base" hangingPunct="0">
      <a:spcBef>
        <a:spcPct val="0"/>
      </a:spcBef>
      <a:spcAft>
        <a:spcPct val="0"/>
      </a:spcAft>
      <a:defRPr b="1" kern="1200">
        <a:solidFill>
          <a:schemeClr val="tx1"/>
        </a:solidFill>
        <a:latin typeface="Tahoma" panose="020B0604030504040204" pitchFamily="34" charset="0"/>
        <a:ea typeface="+mn-ea"/>
        <a:cs typeface="+mn-cs"/>
      </a:defRPr>
    </a:lvl2pPr>
    <a:lvl3pPr marL="914400" algn="l" rtl="0" eaLnBrk="0" fontAlgn="base" hangingPunct="0">
      <a:spcBef>
        <a:spcPct val="0"/>
      </a:spcBef>
      <a:spcAft>
        <a:spcPct val="0"/>
      </a:spcAft>
      <a:defRPr b="1" kern="1200">
        <a:solidFill>
          <a:schemeClr val="tx1"/>
        </a:solidFill>
        <a:latin typeface="Tahoma" panose="020B060403050404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Tahoma" panose="020B060403050404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Tahoma" panose="020B0604030504040204" pitchFamily="34" charset="0"/>
        <a:ea typeface="+mn-ea"/>
        <a:cs typeface="+mn-cs"/>
      </a:defRPr>
    </a:lvl5pPr>
    <a:lvl6pPr marL="2286000" algn="l" defTabSz="914400" rtl="0" eaLnBrk="1" latinLnBrk="0" hangingPunct="1">
      <a:defRPr b="1" kern="1200">
        <a:solidFill>
          <a:schemeClr val="tx1"/>
        </a:solidFill>
        <a:latin typeface="Tahoma" panose="020B0604030504040204" pitchFamily="34" charset="0"/>
        <a:ea typeface="+mn-ea"/>
        <a:cs typeface="+mn-cs"/>
      </a:defRPr>
    </a:lvl6pPr>
    <a:lvl7pPr marL="2743200" algn="l" defTabSz="914400" rtl="0" eaLnBrk="1" latinLnBrk="0" hangingPunct="1">
      <a:defRPr b="1" kern="1200">
        <a:solidFill>
          <a:schemeClr val="tx1"/>
        </a:solidFill>
        <a:latin typeface="Tahoma" panose="020B0604030504040204" pitchFamily="34" charset="0"/>
        <a:ea typeface="+mn-ea"/>
        <a:cs typeface="+mn-cs"/>
      </a:defRPr>
    </a:lvl7pPr>
    <a:lvl8pPr marL="3200400" algn="l" defTabSz="914400" rtl="0" eaLnBrk="1" latinLnBrk="0" hangingPunct="1">
      <a:defRPr b="1" kern="1200">
        <a:solidFill>
          <a:schemeClr val="tx1"/>
        </a:solidFill>
        <a:latin typeface="Tahoma" panose="020B0604030504040204" pitchFamily="34" charset="0"/>
        <a:ea typeface="+mn-ea"/>
        <a:cs typeface="+mn-cs"/>
      </a:defRPr>
    </a:lvl8pPr>
    <a:lvl9pPr marL="3657600" algn="l" defTabSz="914400" rtl="0" eaLnBrk="1" latinLnBrk="0" hangingPunct="1">
      <a:defRPr b="1" kern="1200">
        <a:solidFill>
          <a:schemeClr val="tx1"/>
        </a:solidFill>
        <a:latin typeface="Tahoma" panose="020B060403050404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0066"/>
    <a:srgbClr val="00CC00"/>
    <a:srgbClr val="996633"/>
    <a:srgbClr val="6666FF"/>
    <a:srgbClr val="3366FF"/>
    <a:srgbClr val="CCFF99"/>
    <a:srgbClr val="6AF4A5"/>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61" autoAdjust="0"/>
    <p:restoredTop sz="94707" autoAdjust="0"/>
  </p:normalViewPr>
  <p:slideViewPr>
    <p:cSldViewPr>
      <p:cViewPr varScale="1">
        <p:scale>
          <a:sx n="59" d="100"/>
          <a:sy n="59" d="100"/>
        </p:scale>
        <p:origin x="1500" y="7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02"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b="0">
                <a:latin typeface="Times New Roman" panose="02020603050405020304" pitchFamily="18" charset="0"/>
              </a:defRPr>
            </a:lvl1pPr>
          </a:lstStyle>
          <a:p>
            <a:pPr>
              <a:defRPr/>
            </a:pPr>
            <a:endParaRPr lang="en-US"/>
          </a:p>
        </p:txBody>
      </p:sp>
      <p:sp>
        <p:nvSpPr>
          <p:cNvPr id="460803"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b="0">
                <a:latin typeface="Times New Roman" panose="02020603050405020304" pitchFamily="18" charset="0"/>
              </a:defRPr>
            </a:lvl1pPr>
          </a:lstStyle>
          <a:p>
            <a:pPr>
              <a:defRPr/>
            </a:pPr>
            <a:endParaRPr lang="en-US"/>
          </a:p>
        </p:txBody>
      </p:sp>
      <p:sp>
        <p:nvSpPr>
          <p:cNvPr id="307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60805"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60806"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b="0">
                <a:latin typeface="Times New Roman" panose="02020603050405020304" pitchFamily="18" charset="0"/>
              </a:defRPr>
            </a:lvl1pPr>
          </a:lstStyle>
          <a:p>
            <a:pPr>
              <a:defRPr/>
            </a:pPr>
            <a:endParaRPr lang="en-US"/>
          </a:p>
        </p:txBody>
      </p:sp>
      <p:sp>
        <p:nvSpPr>
          <p:cNvPr id="460807"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b="0">
                <a:latin typeface="Times New Roman" panose="02020603050405020304" pitchFamily="18" charset="0"/>
              </a:defRPr>
            </a:lvl1pPr>
          </a:lstStyle>
          <a:p>
            <a:pPr>
              <a:defRPr/>
            </a:pPr>
            <a:fld id="{4B7F58BC-7019-4A4D-93C1-44E72D0F573E}" type="slidenum">
              <a:rPr lang="en-US"/>
              <a:pPr>
                <a:defRPr/>
              </a:pPr>
              <a:t>‹#›</a:t>
            </a:fld>
            <a:endParaRPr lang="en-US"/>
          </a:p>
        </p:txBody>
      </p:sp>
    </p:spTree>
    <p:extLst>
      <p:ext uri="{BB962C8B-B14F-4D97-AF65-F5344CB8AC3E}">
        <p14:creationId xmlns:p14="http://schemas.microsoft.com/office/powerpoint/2010/main" val="300049632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p:cNvSpPr>
            <a:spLocks noGrp="1" noChangeArrowheads="1"/>
          </p:cNvSpPr>
          <p:nvPr>
            <p:ph type="sldNum" sz="quarter" idx="5"/>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5FC4F60A-4DEB-4868-886D-51EA87A877A3}" type="slidenum">
              <a:rPr lang="en-US" b="0" smtClean="0">
                <a:latin typeface="Times New Roman" panose="02020603050405020304" pitchFamily="18" charset="0"/>
              </a:rPr>
              <a:pPr/>
              <a:t>1</a:t>
            </a:fld>
            <a:endParaRPr lang="en-US" b="0">
              <a:latin typeface="Times New Roman" panose="02020603050405020304" pitchFamily="18" charset="0"/>
            </a:endParaRPr>
          </a:p>
        </p:txBody>
      </p:sp>
      <p:sp>
        <p:nvSpPr>
          <p:cNvPr id="5123" name="Rectangle 2"/>
          <p:cNvSpPr>
            <a:spLocks noGrp="1" noRot="1" noChangeAspect="1" noChangeArrowheads="1" noTextEdit="1"/>
          </p:cNvSpPr>
          <p:nvPr>
            <p:ph type="sldImg"/>
          </p:nvPr>
        </p:nvSpPr>
        <p:spPr>
          <a:ln/>
        </p:spPr>
      </p:sp>
      <p:sp>
        <p:nvSpPr>
          <p:cNvPr id="5124" name="Rectangle 3"/>
          <p:cNvSpPr>
            <a:spLocks noGrp="1" noChangeArrowheads="1"/>
          </p:cNvSpPr>
          <p:nvPr>
            <p:ph type="body" idx="1"/>
          </p:nvPr>
        </p:nvSpPr>
        <p:spPr>
          <a:xfrm>
            <a:off x="914400" y="4343400"/>
            <a:ext cx="5029200" cy="4114800"/>
          </a:xfrm>
          <a:noFill/>
        </p:spPr>
        <p:txBody>
          <a:bodyPr/>
          <a:lstStyle/>
          <a:p>
            <a:pPr eaLnBrk="1" hangingPunct="1"/>
            <a:endParaRPr lang="en-US"/>
          </a:p>
        </p:txBody>
      </p:sp>
    </p:spTree>
    <p:extLst>
      <p:ext uri="{BB962C8B-B14F-4D97-AF65-F5344CB8AC3E}">
        <p14:creationId xmlns:p14="http://schemas.microsoft.com/office/powerpoint/2010/main" val="15806554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a:spLocks noGrp="1" noChangeArrowheads="1"/>
          </p:cNvSpPr>
          <p:nvPr>
            <p:ph type="sldNum" sz="quarter" idx="5"/>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CD3111C8-43C6-4A08-9CC9-B0CFC32AC9B2}" type="slidenum">
              <a:rPr lang="en-US" b="0" smtClean="0">
                <a:latin typeface="Times New Roman" panose="02020603050405020304" pitchFamily="18" charset="0"/>
              </a:rPr>
              <a:pPr/>
              <a:t>2</a:t>
            </a:fld>
            <a:endParaRPr lang="en-US" b="0">
              <a:latin typeface="Times New Roman" panose="02020603050405020304" pitchFamily="18" charset="0"/>
            </a:endParaRPr>
          </a:p>
        </p:txBody>
      </p:sp>
      <p:sp>
        <p:nvSpPr>
          <p:cNvPr id="11267" name="Rectangle 2"/>
          <p:cNvSpPr>
            <a:spLocks noGrp="1" noRot="1" noChangeAspect="1" noChangeArrowheads="1" noTextEdit="1"/>
          </p:cNvSpPr>
          <p:nvPr>
            <p:ph type="sldImg"/>
          </p:nvPr>
        </p:nvSpPr>
        <p:spPr>
          <a:ln/>
        </p:spPr>
      </p:sp>
      <p:sp>
        <p:nvSpPr>
          <p:cNvPr id="11268" name="Rectangle 3"/>
          <p:cNvSpPr>
            <a:spLocks noGrp="1" noChangeArrowheads="1"/>
          </p:cNvSpPr>
          <p:nvPr>
            <p:ph type="body" idx="1"/>
          </p:nvPr>
        </p:nvSpPr>
        <p:spPr>
          <a:noFill/>
        </p:spPr>
        <p:txBody>
          <a:bodyPr/>
          <a:lstStyle/>
          <a:p>
            <a:pPr eaLnBrk="1" hangingPunct="1"/>
            <a:endParaRPr lang="en-US"/>
          </a:p>
        </p:txBody>
      </p:sp>
    </p:spTree>
    <p:extLst>
      <p:ext uri="{BB962C8B-B14F-4D97-AF65-F5344CB8AC3E}">
        <p14:creationId xmlns:p14="http://schemas.microsoft.com/office/powerpoint/2010/main" val="26715130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CEF1B725-1730-4365-AEB9-52B9733DE060}" type="slidenum">
              <a:rPr lang="en-US" b="0" smtClean="0">
                <a:latin typeface="Times New Roman" panose="02020603050405020304" pitchFamily="18" charset="0"/>
              </a:rPr>
              <a:pPr/>
              <a:t>3</a:t>
            </a:fld>
            <a:endParaRPr lang="en-US" b="0">
              <a:latin typeface="Times New Roman" panose="02020603050405020304" pitchFamily="18" charset="0"/>
            </a:endParaRPr>
          </a:p>
        </p:txBody>
      </p:sp>
      <p:sp>
        <p:nvSpPr>
          <p:cNvPr id="13315" name="Rectangle 2"/>
          <p:cNvSpPr>
            <a:spLocks noGrp="1" noRot="1" noChangeAspect="1" noChangeArrowheads="1" noTextEdit="1"/>
          </p:cNvSpPr>
          <p:nvPr>
            <p:ph type="sldImg"/>
          </p:nvPr>
        </p:nvSpPr>
        <p:spPr>
          <a:ln/>
        </p:spPr>
      </p:sp>
      <p:sp>
        <p:nvSpPr>
          <p:cNvPr id="13316" name="Rectangle 3"/>
          <p:cNvSpPr>
            <a:spLocks noGrp="1" noChangeArrowheads="1"/>
          </p:cNvSpPr>
          <p:nvPr>
            <p:ph type="body" idx="1"/>
          </p:nvPr>
        </p:nvSpPr>
        <p:spPr>
          <a:noFill/>
        </p:spPr>
        <p:txBody>
          <a:bodyPr/>
          <a:lstStyle/>
          <a:p>
            <a:pPr eaLnBrk="1" hangingPunct="1"/>
            <a:endParaRPr lang="en-US"/>
          </a:p>
        </p:txBody>
      </p:sp>
    </p:spTree>
    <p:extLst>
      <p:ext uri="{BB962C8B-B14F-4D97-AF65-F5344CB8AC3E}">
        <p14:creationId xmlns:p14="http://schemas.microsoft.com/office/powerpoint/2010/main" val="25617496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B0975BF6-A81D-4D0A-91DE-1F1CBBA8C217}" type="slidenum">
              <a:rPr lang="en-US" b="0" smtClean="0">
                <a:latin typeface="Times New Roman" panose="02020603050405020304" pitchFamily="18" charset="0"/>
              </a:rPr>
              <a:pPr/>
              <a:t>4</a:t>
            </a:fld>
            <a:endParaRPr lang="en-US" b="0">
              <a:latin typeface="Times New Roman" panose="02020603050405020304" pitchFamily="18" charset="0"/>
            </a:endParaRPr>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p:spPr>
        <p:txBody>
          <a:bodyPr/>
          <a:lstStyle/>
          <a:p>
            <a:pPr eaLnBrk="1" hangingPunct="1"/>
            <a:endParaRPr lang="en-US"/>
          </a:p>
        </p:txBody>
      </p:sp>
    </p:spTree>
    <p:extLst>
      <p:ext uri="{BB962C8B-B14F-4D97-AF65-F5344CB8AC3E}">
        <p14:creationId xmlns:p14="http://schemas.microsoft.com/office/powerpoint/2010/main" val="38227243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D8B3667F-51B6-4C8A-B4EB-4C4757192694}" type="slidenum">
              <a:rPr lang="en-US" b="0" smtClean="0">
                <a:latin typeface="Times New Roman" panose="02020603050405020304" pitchFamily="18" charset="0"/>
              </a:rPr>
              <a:pPr/>
              <a:t>5</a:t>
            </a:fld>
            <a:endParaRPr lang="en-US" b="0">
              <a:latin typeface="Times New Roman" panose="02020603050405020304" pitchFamily="18" charset="0"/>
            </a:endParaRPr>
          </a:p>
        </p:txBody>
      </p:sp>
      <p:sp>
        <p:nvSpPr>
          <p:cNvPr id="23555" name="Rectangle 2"/>
          <p:cNvSpPr>
            <a:spLocks noGrp="1" noRot="1" noChangeAspect="1" noChangeArrowheads="1" noTextEdit="1"/>
          </p:cNvSpPr>
          <p:nvPr>
            <p:ph type="sldImg"/>
          </p:nvPr>
        </p:nvSpPr>
        <p:spPr>
          <a:ln/>
        </p:spPr>
      </p:sp>
      <p:sp>
        <p:nvSpPr>
          <p:cNvPr id="23556" name="Rectangle 3"/>
          <p:cNvSpPr>
            <a:spLocks noGrp="1" noChangeArrowheads="1"/>
          </p:cNvSpPr>
          <p:nvPr>
            <p:ph type="body" idx="1"/>
          </p:nvPr>
        </p:nvSpPr>
        <p:spPr>
          <a:noFill/>
        </p:spPr>
        <p:txBody>
          <a:bodyPr/>
          <a:lstStyle/>
          <a:p>
            <a:pPr eaLnBrk="1" hangingPunct="1"/>
            <a:endParaRPr lang="en-US"/>
          </a:p>
        </p:txBody>
      </p:sp>
    </p:spTree>
    <p:extLst>
      <p:ext uri="{BB962C8B-B14F-4D97-AF65-F5344CB8AC3E}">
        <p14:creationId xmlns:p14="http://schemas.microsoft.com/office/powerpoint/2010/main" val="28881612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B2390B40-AB2C-4E21-B971-FAECBD8B2DDF}" type="slidenum">
              <a:rPr lang="en-US" b="0" smtClean="0">
                <a:latin typeface="Times New Roman" panose="02020603050405020304" pitchFamily="18" charset="0"/>
              </a:rPr>
              <a:pPr/>
              <a:t>6</a:t>
            </a:fld>
            <a:endParaRPr lang="en-US" b="0">
              <a:latin typeface="Times New Roman" panose="02020603050405020304" pitchFamily="18" charset="0"/>
            </a:endParaRPr>
          </a:p>
        </p:txBody>
      </p:sp>
      <p:sp>
        <p:nvSpPr>
          <p:cNvPr id="27651" name="Rectangle 2"/>
          <p:cNvSpPr>
            <a:spLocks noGrp="1" noRot="1" noChangeAspect="1" noChangeArrowheads="1" noTextEdit="1"/>
          </p:cNvSpPr>
          <p:nvPr>
            <p:ph type="sldImg"/>
          </p:nvPr>
        </p:nvSpPr>
        <p:spPr>
          <a:ln/>
        </p:spPr>
      </p:sp>
      <p:sp>
        <p:nvSpPr>
          <p:cNvPr id="27652" name="Rectangle 3"/>
          <p:cNvSpPr>
            <a:spLocks noGrp="1" noChangeArrowheads="1"/>
          </p:cNvSpPr>
          <p:nvPr>
            <p:ph type="body" idx="1"/>
          </p:nvPr>
        </p:nvSpPr>
        <p:spPr>
          <a:noFill/>
        </p:spPr>
        <p:txBody>
          <a:bodyPr/>
          <a:lstStyle/>
          <a:p>
            <a:pPr eaLnBrk="1" hangingPunct="1"/>
            <a:endParaRPr lang="en-US"/>
          </a:p>
        </p:txBody>
      </p:sp>
    </p:spTree>
    <p:extLst>
      <p:ext uri="{BB962C8B-B14F-4D97-AF65-F5344CB8AC3E}">
        <p14:creationId xmlns:p14="http://schemas.microsoft.com/office/powerpoint/2010/main" val="7716314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FB3A2B7F-6562-4B4A-9261-30BAF5FFD3D7}" type="slidenum">
              <a:rPr lang="en-US" b="0" smtClean="0">
                <a:latin typeface="Times New Roman" panose="02020603050405020304" pitchFamily="18" charset="0"/>
              </a:rPr>
              <a:pPr/>
              <a:t>7</a:t>
            </a:fld>
            <a:endParaRPr lang="en-US" b="0">
              <a:latin typeface="Times New Roman" panose="02020603050405020304" pitchFamily="18" charset="0"/>
            </a:endParaRPr>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noFill/>
        </p:spPr>
        <p:txBody>
          <a:bodyPr/>
          <a:lstStyle/>
          <a:p>
            <a:pPr eaLnBrk="1" hangingPunct="1"/>
            <a:endParaRPr lang="en-US"/>
          </a:p>
        </p:txBody>
      </p:sp>
    </p:spTree>
    <p:extLst>
      <p:ext uri="{BB962C8B-B14F-4D97-AF65-F5344CB8AC3E}">
        <p14:creationId xmlns:p14="http://schemas.microsoft.com/office/powerpoint/2010/main" val="18481380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EA8D600A-AF20-446F-9A53-9BE61AD8EDB2}" type="slidenum">
              <a:rPr lang="en-US" b="0" smtClean="0">
                <a:latin typeface="Times New Roman" panose="02020603050405020304" pitchFamily="18" charset="0"/>
              </a:rPr>
              <a:pPr/>
              <a:t>8</a:t>
            </a:fld>
            <a:endParaRPr lang="en-US" b="0">
              <a:latin typeface="Times New Roman" panose="02020603050405020304" pitchFamily="18" charset="0"/>
            </a:endParaRPr>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noFill/>
        </p:spPr>
        <p:txBody>
          <a:bodyPr/>
          <a:lstStyle/>
          <a:p>
            <a:pPr eaLnBrk="1" hangingPunct="1"/>
            <a:endParaRPr lang="en-US"/>
          </a:p>
        </p:txBody>
      </p:sp>
    </p:spTree>
    <p:extLst>
      <p:ext uri="{BB962C8B-B14F-4D97-AF65-F5344CB8AC3E}">
        <p14:creationId xmlns:p14="http://schemas.microsoft.com/office/powerpoint/2010/main" val="2857937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271CD27E-1FBF-465C-8C41-740D061F8E96}" type="slidenum">
              <a:rPr lang="en-US" b="0" smtClean="0">
                <a:latin typeface="Times New Roman" panose="02020603050405020304" pitchFamily="18" charset="0"/>
              </a:rPr>
              <a:pPr/>
              <a:t>9</a:t>
            </a:fld>
            <a:endParaRPr lang="en-US" b="0">
              <a:latin typeface="Times New Roman" panose="02020603050405020304" pitchFamily="18" charset="0"/>
            </a:endParaRPr>
          </a:p>
        </p:txBody>
      </p:sp>
      <p:sp>
        <p:nvSpPr>
          <p:cNvPr id="33795" name="Rectangle 2"/>
          <p:cNvSpPr>
            <a:spLocks noGrp="1" noRot="1" noChangeAspect="1" noChangeArrowheads="1" noTextEdit="1"/>
          </p:cNvSpPr>
          <p:nvPr>
            <p:ph type="sldImg"/>
          </p:nvPr>
        </p:nvSpPr>
        <p:spPr>
          <a:ln/>
        </p:spPr>
      </p:sp>
      <p:sp>
        <p:nvSpPr>
          <p:cNvPr id="33796" name="Rectangle 3"/>
          <p:cNvSpPr>
            <a:spLocks noGrp="1" noChangeArrowheads="1"/>
          </p:cNvSpPr>
          <p:nvPr>
            <p:ph type="body" idx="1"/>
          </p:nvPr>
        </p:nvSpPr>
        <p:spPr>
          <a:noFill/>
        </p:spPr>
        <p:txBody>
          <a:bodyPr/>
          <a:lstStyle/>
          <a:p>
            <a:pPr eaLnBrk="1" hangingPunct="1"/>
            <a:endParaRPr lang="en-US"/>
          </a:p>
        </p:txBody>
      </p:sp>
    </p:spTree>
    <p:extLst>
      <p:ext uri="{BB962C8B-B14F-4D97-AF65-F5344CB8AC3E}">
        <p14:creationId xmlns:p14="http://schemas.microsoft.com/office/powerpoint/2010/main" val="21257495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0429F99A-074F-4669-97F9-A0EF23917C82}" type="slidenum">
              <a:rPr lang="en-US" b="0" smtClean="0">
                <a:latin typeface="Times New Roman" panose="02020603050405020304" pitchFamily="18" charset="0"/>
              </a:rPr>
              <a:pPr/>
              <a:t>10</a:t>
            </a:fld>
            <a:endParaRPr lang="en-US" b="0">
              <a:latin typeface="Times New Roman" panose="02020603050405020304" pitchFamily="18" charset="0"/>
            </a:endParaRPr>
          </a:p>
        </p:txBody>
      </p:sp>
      <p:sp>
        <p:nvSpPr>
          <p:cNvPr id="35843" name="Rectangle 2"/>
          <p:cNvSpPr>
            <a:spLocks noGrp="1" noRot="1" noChangeAspect="1" noChangeArrowheads="1" noTextEdit="1"/>
          </p:cNvSpPr>
          <p:nvPr>
            <p:ph type="sldImg"/>
          </p:nvPr>
        </p:nvSpPr>
        <p:spPr>
          <a:ln/>
        </p:spPr>
      </p:sp>
      <p:sp>
        <p:nvSpPr>
          <p:cNvPr id="35844" name="Rectangle 3"/>
          <p:cNvSpPr>
            <a:spLocks noGrp="1" noChangeArrowheads="1"/>
          </p:cNvSpPr>
          <p:nvPr>
            <p:ph type="body" idx="1"/>
          </p:nvPr>
        </p:nvSpPr>
        <p:spPr>
          <a:noFill/>
        </p:spPr>
        <p:txBody>
          <a:bodyPr/>
          <a:lstStyle/>
          <a:p>
            <a:pPr eaLnBrk="1" hangingPunct="1"/>
            <a:endParaRPr lang="en-US"/>
          </a:p>
        </p:txBody>
      </p:sp>
    </p:spTree>
    <p:extLst>
      <p:ext uri="{BB962C8B-B14F-4D97-AF65-F5344CB8AC3E}">
        <p14:creationId xmlns:p14="http://schemas.microsoft.com/office/powerpoint/2010/main" val="1144578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F0274979-B96B-4851-A7CA-4B2A92D8B46B}" type="slidenum">
              <a:rPr lang="en-US" b="0" smtClean="0">
                <a:latin typeface="Times New Roman" panose="02020603050405020304" pitchFamily="18" charset="0"/>
              </a:rPr>
              <a:pPr/>
              <a:t>11</a:t>
            </a:fld>
            <a:endParaRPr lang="en-US" b="0">
              <a:latin typeface="Times New Roman" panose="02020603050405020304" pitchFamily="18" charset="0"/>
            </a:endParaRPr>
          </a:p>
        </p:txBody>
      </p:sp>
      <p:sp>
        <p:nvSpPr>
          <p:cNvPr id="37891" name="Rectangle 2"/>
          <p:cNvSpPr>
            <a:spLocks noGrp="1" noRot="1" noChangeAspect="1" noChangeArrowheads="1" noTextEdit="1"/>
          </p:cNvSpPr>
          <p:nvPr>
            <p:ph type="sldImg"/>
          </p:nvPr>
        </p:nvSpPr>
        <p:spPr>
          <a:ln/>
        </p:spPr>
      </p:sp>
      <p:sp>
        <p:nvSpPr>
          <p:cNvPr id="37892" name="Rectangle 3"/>
          <p:cNvSpPr>
            <a:spLocks noGrp="1" noChangeArrowheads="1"/>
          </p:cNvSpPr>
          <p:nvPr>
            <p:ph type="body" idx="1"/>
          </p:nvPr>
        </p:nvSpPr>
        <p:spPr>
          <a:noFill/>
        </p:spPr>
        <p:txBody>
          <a:bodyPr/>
          <a:lstStyle/>
          <a:p>
            <a:pPr eaLnBrk="1" hangingPunct="1"/>
            <a:endParaRPr lang="en-US"/>
          </a:p>
        </p:txBody>
      </p:sp>
    </p:spTree>
    <p:extLst>
      <p:ext uri="{BB962C8B-B14F-4D97-AF65-F5344CB8AC3E}">
        <p14:creationId xmlns:p14="http://schemas.microsoft.com/office/powerpoint/2010/main" val="19896782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08D48736-33C4-4C99-80FD-98554BA16870}" type="slidenum">
              <a:rPr lang="en-US" b="0" smtClean="0">
                <a:latin typeface="Times New Roman" panose="02020603050405020304" pitchFamily="18" charset="0"/>
              </a:rPr>
              <a:pPr/>
              <a:t>12</a:t>
            </a:fld>
            <a:endParaRPr lang="en-US" b="0">
              <a:latin typeface="Times New Roman" panose="02020603050405020304" pitchFamily="18" charset="0"/>
            </a:endParaRPr>
          </a:p>
        </p:txBody>
      </p:sp>
      <p:sp>
        <p:nvSpPr>
          <p:cNvPr id="39939" name="Rectangle 2"/>
          <p:cNvSpPr>
            <a:spLocks noGrp="1" noRot="1" noChangeAspect="1" noChangeArrowheads="1" noTextEdit="1"/>
          </p:cNvSpPr>
          <p:nvPr>
            <p:ph type="sldImg"/>
          </p:nvPr>
        </p:nvSpPr>
        <p:spPr>
          <a:ln/>
        </p:spPr>
      </p:sp>
      <p:sp>
        <p:nvSpPr>
          <p:cNvPr id="39940" name="Rectangle 3"/>
          <p:cNvSpPr>
            <a:spLocks noGrp="1" noChangeArrowheads="1"/>
          </p:cNvSpPr>
          <p:nvPr>
            <p:ph type="body" idx="1"/>
          </p:nvPr>
        </p:nvSpPr>
        <p:spPr>
          <a:noFill/>
        </p:spPr>
        <p:txBody>
          <a:bodyPr/>
          <a:lstStyle/>
          <a:p>
            <a:pPr eaLnBrk="1" hangingPunct="1"/>
            <a:endParaRPr lang="en-US"/>
          </a:p>
        </p:txBody>
      </p:sp>
    </p:spTree>
    <p:extLst>
      <p:ext uri="{BB962C8B-B14F-4D97-AF65-F5344CB8AC3E}">
        <p14:creationId xmlns:p14="http://schemas.microsoft.com/office/powerpoint/2010/main" val="31151964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C320E412-D3E3-4F46-843F-F9FF9FD80C07}" type="slidenum">
              <a:rPr lang="en-US" b="0" smtClean="0">
                <a:latin typeface="Times New Roman" panose="02020603050405020304" pitchFamily="18" charset="0"/>
              </a:rPr>
              <a:pPr/>
              <a:t>13</a:t>
            </a:fld>
            <a:endParaRPr lang="en-US" b="0">
              <a:latin typeface="Times New Roman" panose="02020603050405020304" pitchFamily="18" charset="0"/>
            </a:endParaRPr>
          </a:p>
        </p:txBody>
      </p:sp>
      <p:sp>
        <p:nvSpPr>
          <p:cNvPr id="41987" name="Rectangle 2"/>
          <p:cNvSpPr>
            <a:spLocks noGrp="1" noRot="1" noChangeAspect="1" noChangeArrowheads="1" noTextEdit="1"/>
          </p:cNvSpPr>
          <p:nvPr>
            <p:ph type="sldImg"/>
          </p:nvPr>
        </p:nvSpPr>
        <p:spPr>
          <a:ln/>
        </p:spPr>
      </p:sp>
      <p:sp>
        <p:nvSpPr>
          <p:cNvPr id="41988" name="Rectangle 3"/>
          <p:cNvSpPr>
            <a:spLocks noGrp="1" noChangeArrowheads="1"/>
          </p:cNvSpPr>
          <p:nvPr>
            <p:ph type="body" idx="1"/>
          </p:nvPr>
        </p:nvSpPr>
        <p:spPr>
          <a:noFill/>
        </p:spPr>
        <p:txBody>
          <a:bodyPr/>
          <a:lstStyle/>
          <a:p>
            <a:pPr eaLnBrk="1" hangingPunct="1"/>
            <a:endParaRPr lang="en-US"/>
          </a:p>
        </p:txBody>
      </p:sp>
    </p:spTree>
    <p:extLst>
      <p:ext uri="{BB962C8B-B14F-4D97-AF65-F5344CB8AC3E}">
        <p14:creationId xmlns:p14="http://schemas.microsoft.com/office/powerpoint/2010/main" val="3290860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7E0368F1-7BDA-44E9-8875-8E3CA5C42D2F}" type="slidenum">
              <a:rPr lang="en-US" b="0" smtClean="0">
                <a:latin typeface="Times New Roman" panose="02020603050405020304" pitchFamily="18" charset="0"/>
              </a:rPr>
              <a:pPr/>
              <a:t>14</a:t>
            </a:fld>
            <a:endParaRPr lang="en-US" b="0">
              <a:latin typeface="Times New Roman" panose="02020603050405020304" pitchFamily="18" charset="0"/>
            </a:endParaRPr>
          </a:p>
        </p:txBody>
      </p:sp>
      <p:sp>
        <p:nvSpPr>
          <p:cNvPr id="44035" name="Rectangle 2"/>
          <p:cNvSpPr>
            <a:spLocks noGrp="1" noRot="1" noChangeAspect="1" noChangeArrowheads="1" noTextEdit="1"/>
          </p:cNvSpPr>
          <p:nvPr>
            <p:ph type="sldImg"/>
          </p:nvPr>
        </p:nvSpPr>
        <p:spPr>
          <a:ln/>
        </p:spPr>
      </p:sp>
      <p:sp>
        <p:nvSpPr>
          <p:cNvPr id="44036" name="Rectangle 3"/>
          <p:cNvSpPr>
            <a:spLocks noGrp="1" noChangeArrowheads="1"/>
          </p:cNvSpPr>
          <p:nvPr>
            <p:ph type="body" idx="1"/>
          </p:nvPr>
        </p:nvSpPr>
        <p:spPr>
          <a:noFill/>
        </p:spPr>
        <p:txBody>
          <a:bodyPr/>
          <a:lstStyle/>
          <a:p>
            <a:pPr eaLnBrk="1" hangingPunct="1"/>
            <a:endParaRPr lang="en-US"/>
          </a:p>
        </p:txBody>
      </p:sp>
    </p:spTree>
    <p:extLst>
      <p:ext uri="{BB962C8B-B14F-4D97-AF65-F5344CB8AC3E}">
        <p14:creationId xmlns:p14="http://schemas.microsoft.com/office/powerpoint/2010/main" val="30979451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73EEA24E-7EF3-4981-9A4D-83084CEE3824}" type="slidenum">
              <a:rPr lang="en-US" b="0" smtClean="0">
                <a:latin typeface="Times New Roman" panose="02020603050405020304" pitchFamily="18" charset="0"/>
              </a:rPr>
              <a:pPr/>
              <a:t>15</a:t>
            </a:fld>
            <a:endParaRPr lang="en-US" b="0">
              <a:latin typeface="Times New Roman" panose="02020603050405020304" pitchFamily="18" charset="0"/>
            </a:endParaRPr>
          </a:p>
        </p:txBody>
      </p:sp>
      <p:sp>
        <p:nvSpPr>
          <p:cNvPr id="46083" name="Rectangle 2"/>
          <p:cNvSpPr>
            <a:spLocks noGrp="1" noRot="1" noChangeAspect="1" noChangeArrowheads="1" noTextEdit="1"/>
          </p:cNvSpPr>
          <p:nvPr>
            <p:ph type="sldImg"/>
          </p:nvPr>
        </p:nvSpPr>
        <p:spPr>
          <a:ln/>
        </p:spPr>
      </p:sp>
      <p:sp>
        <p:nvSpPr>
          <p:cNvPr id="46084" name="Rectangle 3"/>
          <p:cNvSpPr>
            <a:spLocks noGrp="1" noChangeArrowheads="1"/>
          </p:cNvSpPr>
          <p:nvPr>
            <p:ph type="body" idx="1"/>
          </p:nvPr>
        </p:nvSpPr>
        <p:spPr>
          <a:noFill/>
        </p:spPr>
        <p:txBody>
          <a:bodyPr/>
          <a:lstStyle/>
          <a:p>
            <a:pPr eaLnBrk="1" hangingPunct="1"/>
            <a:endParaRPr lang="en-US"/>
          </a:p>
        </p:txBody>
      </p:sp>
    </p:spTree>
    <p:extLst>
      <p:ext uri="{BB962C8B-B14F-4D97-AF65-F5344CB8AC3E}">
        <p14:creationId xmlns:p14="http://schemas.microsoft.com/office/powerpoint/2010/main" val="17786587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2541E950-98E2-4E44-9BEF-0899FB668A23}" type="slidenum">
              <a:rPr lang="en-US" b="0" smtClean="0">
                <a:latin typeface="Times New Roman" panose="02020603050405020304" pitchFamily="18" charset="0"/>
              </a:rPr>
              <a:pPr/>
              <a:t>16</a:t>
            </a:fld>
            <a:endParaRPr lang="en-US" b="0">
              <a:latin typeface="Times New Roman" panose="02020603050405020304" pitchFamily="18" charset="0"/>
            </a:endParaRPr>
          </a:p>
        </p:txBody>
      </p:sp>
      <p:sp>
        <p:nvSpPr>
          <p:cNvPr id="48131" name="Rectangle 2"/>
          <p:cNvSpPr>
            <a:spLocks noGrp="1" noRot="1" noChangeAspect="1" noChangeArrowheads="1" noTextEdit="1"/>
          </p:cNvSpPr>
          <p:nvPr>
            <p:ph type="sldImg"/>
          </p:nvPr>
        </p:nvSpPr>
        <p:spPr>
          <a:ln/>
        </p:spPr>
      </p:sp>
      <p:sp>
        <p:nvSpPr>
          <p:cNvPr id="48132" name="Rectangle 3"/>
          <p:cNvSpPr>
            <a:spLocks noGrp="1" noChangeArrowheads="1"/>
          </p:cNvSpPr>
          <p:nvPr>
            <p:ph type="body" idx="1"/>
          </p:nvPr>
        </p:nvSpPr>
        <p:spPr>
          <a:noFill/>
        </p:spPr>
        <p:txBody>
          <a:bodyPr/>
          <a:lstStyle/>
          <a:p>
            <a:pPr eaLnBrk="1" hangingPunct="1"/>
            <a:endParaRPr lang="en-US"/>
          </a:p>
        </p:txBody>
      </p:sp>
    </p:spTree>
    <p:extLst>
      <p:ext uri="{BB962C8B-B14F-4D97-AF65-F5344CB8AC3E}">
        <p14:creationId xmlns:p14="http://schemas.microsoft.com/office/powerpoint/2010/main" val="8400810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5C374F92-4CFE-4DAA-A49B-D1A97EAA68A8}" type="slidenum">
              <a:rPr lang="en-US" b="0" smtClean="0">
                <a:latin typeface="Times New Roman" panose="02020603050405020304" pitchFamily="18" charset="0"/>
              </a:rPr>
              <a:pPr/>
              <a:t>17</a:t>
            </a:fld>
            <a:endParaRPr lang="en-US" b="0">
              <a:latin typeface="Times New Roman" panose="02020603050405020304" pitchFamily="18" charset="0"/>
            </a:endParaRPr>
          </a:p>
        </p:txBody>
      </p:sp>
      <p:sp>
        <p:nvSpPr>
          <p:cNvPr id="50179" name="Rectangle 2"/>
          <p:cNvSpPr>
            <a:spLocks noGrp="1" noRot="1" noChangeAspect="1" noChangeArrowheads="1" noTextEdit="1"/>
          </p:cNvSpPr>
          <p:nvPr>
            <p:ph type="sldImg"/>
          </p:nvPr>
        </p:nvSpPr>
        <p:spPr>
          <a:ln/>
        </p:spPr>
      </p:sp>
      <p:sp>
        <p:nvSpPr>
          <p:cNvPr id="50180" name="Rectangle 3"/>
          <p:cNvSpPr>
            <a:spLocks noGrp="1" noChangeArrowheads="1"/>
          </p:cNvSpPr>
          <p:nvPr>
            <p:ph type="body" idx="1"/>
          </p:nvPr>
        </p:nvSpPr>
        <p:spPr>
          <a:noFill/>
        </p:spPr>
        <p:txBody>
          <a:bodyPr/>
          <a:lstStyle/>
          <a:p>
            <a:pPr eaLnBrk="1" hangingPunct="1"/>
            <a:endParaRPr lang="en-US"/>
          </a:p>
        </p:txBody>
      </p:sp>
    </p:spTree>
    <p:extLst>
      <p:ext uri="{BB962C8B-B14F-4D97-AF65-F5344CB8AC3E}">
        <p14:creationId xmlns:p14="http://schemas.microsoft.com/office/powerpoint/2010/main" val="38647834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1C3BC0F3-701E-4AD5-8CCA-EA07ABD4B009}" type="slidenum">
              <a:rPr lang="en-US" b="0" smtClean="0">
                <a:latin typeface="Times New Roman" panose="02020603050405020304" pitchFamily="18" charset="0"/>
              </a:rPr>
              <a:pPr/>
              <a:t>18</a:t>
            </a:fld>
            <a:endParaRPr lang="en-US" b="0">
              <a:latin typeface="Times New Roman" panose="02020603050405020304" pitchFamily="18" charset="0"/>
            </a:endParaRPr>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p:spPr>
        <p:txBody>
          <a:bodyPr/>
          <a:lstStyle/>
          <a:p>
            <a:pPr eaLnBrk="1" hangingPunct="1"/>
            <a:endParaRPr lang="en-US"/>
          </a:p>
        </p:txBody>
      </p:sp>
    </p:spTree>
    <p:extLst>
      <p:ext uri="{BB962C8B-B14F-4D97-AF65-F5344CB8AC3E}">
        <p14:creationId xmlns:p14="http://schemas.microsoft.com/office/powerpoint/2010/main" val="278548498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711E9035-F458-4528-B266-D4D95C4A807A}" type="slidenum">
              <a:rPr lang="en-US" b="0" smtClean="0">
                <a:latin typeface="Times New Roman" panose="02020603050405020304" pitchFamily="18" charset="0"/>
              </a:rPr>
              <a:pPr/>
              <a:t>19</a:t>
            </a:fld>
            <a:endParaRPr lang="en-US" b="0">
              <a:latin typeface="Times New Roman" panose="02020603050405020304" pitchFamily="18" charset="0"/>
            </a:endParaRPr>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p:spPr>
        <p:txBody>
          <a:bodyPr/>
          <a:lstStyle/>
          <a:p>
            <a:pPr eaLnBrk="1" hangingPunct="1"/>
            <a:endParaRPr lang="en-US"/>
          </a:p>
        </p:txBody>
      </p:sp>
    </p:spTree>
    <p:extLst>
      <p:ext uri="{BB962C8B-B14F-4D97-AF65-F5344CB8AC3E}">
        <p14:creationId xmlns:p14="http://schemas.microsoft.com/office/powerpoint/2010/main" val="3387403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B3E2EE2E-6D18-43E9-B8C5-1C24A2E0C8D1}" type="slidenum">
              <a:rPr lang="en-US" b="0" smtClean="0">
                <a:latin typeface="Times New Roman" panose="02020603050405020304" pitchFamily="18" charset="0"/>
              </a:rPr>
              <a:pPr/>
              <a:t>20</a:t>
            </a:fld>
            <a:endParaRPr lang="en-US" b="0">
              <a:latin typeface="Times New Roman" panose="02020603050405020304" pitchFamily="18" charset="0"/>
            </a:endParaRPr>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noFill/>
        </p:spPr>
        <p:txBody>
          <a:bodyPr/>
          <a:lstStyle/>
          <a:p>
            <a:pPr eaLnBrk="1" hangingPunct="1"/>
            <a:endParaRPr lang="en-US"/>
          </a:p>
        </p:txBody>
      </p:sp>
    </p:spTree>
    <p:extLst>
      <p:ext uri="{BB962C8B-B14F-4D97-AF65-F5344CB8AC3E}">
        <p14:creationId xmlns:p14="http://schemas.microsoft.com/office/powerpoint/2010/main" val="67084976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497BF97A-EB6C-4436-916C-0D799AD51068}" type="slidenum">
              <a:rPr lang="en-US" b="0" smtClean="0">
                <a:latin typeface="Times New Roman" panose="02020603050405020304" pitchFamily="18" charset="0"/>
              </a:rPr>
              <a:pPr/>
              <a:t>21</a:t>
            </a:fld>
            <a:endParaRPr lang="en-US" b="0">
              <a:latin typeface="Times New Roman" panose="02020603050405020304" pitchFamily="18" charset="0"/>
            </a:endParaRPr>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noFill/>
        </p:spPr>
        <p:txBody>
          <a:bodyPr/>
          <a:lstStyle/>
          <a:p>
            <a:pPr eaLnBrk="1" hangingPunct="1"/>
            <a:endParaRPr lang="en-US"/>
          </a:p>
        </p:txBody>
      </p:sp>
    </p:spTree>
    <p:extLst>
      <p:ext uri="{BB962C8B-B14F-4D97-AF65-F5344CB8AC3E}">
        <p14:creationId xmlns:p14="http://schemas.microsoft.com/office/powerpoint/2010/main" val="64852071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8C020141-7059-4CF5-954B-C75E5CE884D9}" type="slidenum">
              <a:rPr lang="en-US" b="0" smtClean="0">
                <a:latin typeface="Times New Roman" panose="02020603050405020304" pitchFamily="18" charset="0"/>
              </a:rPr>
              <a:pPr/>
              <a:t>22</a:t>
            </a:fld>
            <a:endParaRPr lang="en-US" b="0">
              <a:latin typeface="Times New Roman" panose="02020603050405020304" pitchFamily="18" charset="0"/>
            </a:endParaRPr>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p:spPr>
        <p:txBody>
          <a:bodyPr/>
          <a:lstStyle/>
          <a:p>
            <a:pPr eaLnBrk="1" hangingPunct="1"/>
            <a:endParaRPr lang="en-US"/>
          </a:p>
        </p:txBody>
      </p:sp>
    </p:spTree>
    <p:extLst>
      <p:ext uri="{BB962C8B-B14F-4D97-AF65-F5344CB8AC3E}">
        <p14:creationId xmlns:p14="http://schemas.microsoft.com/office/powerpoint/2010/main" val="161021914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0DF1C2EA-30C0-43B0-A056-D1C8134DF076}" type="slidenum">
              <a:rPr lang="en-US" b="0" smtClean="0">
                <a:latin typeface="Times New Roman" panose="02020603050405020304" pitchFamily="18" charset="0"/>
              </a:rPr>
              <a:pPr/>
              <a:t>23</a:t>
            </a:fld>
            <a:endParaRPr lang="en-US" b="0">
              <a:latin typeface="Times New Roman" panose="02020603050405020304" pitchFamily="18" charset="0"/>
            </a:endParaRPr>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p:spPr>
        <p:txBody>
          <a:bodyPr/>
          <a:lstStyle/>
          <a:p>
            <a:pPr eaLnBrk="1" hangingPunct="1"/>
            <a:endParaRPr lang="en-US"/>
          </a:p>
        </p:txBody>
      </p:sp>
    </p:spTree>
    <p:extLst>
      <p:ext uri="{BB962C8B-B14F-4D97-AF65-F5344CB8AC3E}">
        <p14:creationId xmlns:p14="http://schemas.microsoft.com/office/powerpoint/2010/main" val="364129118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22FFDDF0-E1EE-4D47-AA07-FA25BC1CF6E0}" type="slidenum">
              <a:rPr lang="en-US" b="0" smtClean="0">
                <a:latin typeface="Times New Roman" panose="02020603050405020304" pitchFamily="18" charset="0"/>
              </a:rPr>
              <a:pPr/>
              <a:t>24</a:t>
            </a:fld>
            <a:endParaRPr lang="en-US" b="0">
              <a:latin typeface="Times New Roman" panose="02020603050405020304" pitchFamily="18" charset="0"/>
            </a:endParaRPr>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p:spPr>
        <p:txBody>
          <a:bodyPr/>
          <a:lstStyle/>
          <a:p>
            <a:pPr eaLnBrk="1" hangingPunct="1"/>
            <a:endParaRPr lang="en-US"/>
          </a:p>
        </p:txBody>
      </p:sp>
    </p:spTree>
    <p:extLst>
      <p:ext uri="{BB962C8B-B14F-4D97-AF65-F5344CB8AC3E}">
        <p14:creationId xmlns:p14="http://schemas.microsoft.com/office/powerpoint/2010/main" val="114389499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EBBB3098-1088-4C69-BF7F-BFE73278CB53}" type="slidenum">
              <a:rPr lang="en-US" b="0" smtClean="0">
                <a:latin typeface="Times New Roman" panose="02020603050405020304" pitchFamily="18" charset="0"/>
              </a:rPr>
              <a:pPr/>
              <a:t>25</a:t>
            </a:fld>
            <a:endParaRPr lang="en-US" b="0">
              <a:latin typeface="Times New Roman" panose="02020603050405020304" pitchFamily="18" charset="0"/>
            </a:endParaRPr>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p:spPr>
        <p:txBody>
          <a:bodyPr/>
          <a:lstStyle/>
          <a:p>
            <a:pPr eaLnBrk="1" hangingPunct="1"/>
            <a:endParaRPr lang="en-US"/>
          </a:p>
        </p:txBody>
      </p:sp>
    </p:spTree>
    <p:extLst>
      <p:ext uri="{BB962C8B-B14F-4D97-AF65-F5344CB8AC3E}">
        <p14:creationId xmlns:p14="http://schemas.microsoft.com/office/powerpoint/2010/main" val="39459065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D4837107-4A2E-4063-9A13-4DB333CED444}" type="slidenum">
              <a:rPr lang="en-US" b="0" smtClean="0">
                <a:latin typeface="Times New Roman" panose="02020603050405020304" pitchFamily="18" charset="0"/>
              </a:rPr>
              <a:pPr/>
              <a:t>26</a:t>
            </a:fld>
            <a:endParaRPr lang="en-US" b="0">
              <a:latin typeface="Times New Roman" panose="02020603050405020304" pitchFamily="18" charset="0"/>
            </a:endParaRPr>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p:spPr>
        <p:txBody>
          <a:bodyPr/>
          <a:lstStyle/>
          <a:p>
            <a:pPr eaLnBrk="1" hangingPunct="1"/>
            <a:endParaRPr lang="en-US"/>
          </a:p>
        </p:txBody>
      </p:sp>
    </p:spTree>
    <p:extLst>
      <p:ext uri="{BB962C8B-B14F-4D97-AF65-F5344CB8AC3E}">
        <p14:creationId xmlns:p14="http://schemas.microsoft.com/office/powerpoint/2010/main" val="417850982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57B77DEA-54EA-4025-BF09-BF83ED75AED8}" type="slidenum">
              <a:rPr lang="en-US" b="0" smtClean="0">
                <a:latin typeface="Times New Roman" panose="02020603050405020304" pitchFamily="18" charset="0"/>
              </a:rPr>
              <a:pPr/>
              <a:t>27</a:t>
            </a:fld>
            <a:endParaRPr lang="en-US" b="0">
              <a:latin typeface="Times New Roman" panose="02020603050405020304" pitchFamily="18" charset="0"/>
            </a:endParaRPr>
          </a:p>
        </p:txBody>
      </p:sp>
      <p:sp>
        <p:nvSpPr>
          <p:cNvPr id="78851" name="Rectangle 2"/>
          <p:cNvSpPr>
            <a:spLocks noGrp="1" noRot="1" noChangeAspect="1" noChangeArrowheads="1" noTextEdit="1"/>
          </p:cNvSpPr>
          <p:nvPr>
            <p:ph type="sldImg"/>
          </p:nvPr>
        </p:nvSpPr>
        <p:spPr>
          <a:ln/>
        </p:spPr>
      </p:sp>
      <p:sp>
        <p:nvSpPr>
          <p:cNvPr id="78852" name="Rectangle 3"/>
          <p:cNvSpPr>
            <a:spLocks noGrp="1" noChangeArrowheads="1"/>
          </p:cNvSpPr>
          <p:nvPr>
            <p:ph type="body" idx="1"/>
          </p:nvPr>
        </p:nvSpPr>
        <p:spPr>
          <a:noFill/>
        </p:spPr>
        <p:txBody>
          <a:bodyPr/>
          <a:lstStyle/>
          <a:p>
            <a:pPr eaLnBrk="1" hangingPunct="1"/>
            <a:endParaRPr lang="en-US"/>
          </a:p>
        </p:txBody>
      </p:sp>
    </p:spTree>
    <p:extLst>
      <p:ext uri="{BB962C8B-B14F-4D97-AF65-F5344CB8AC3E}">
        <p14:creationId xmlns:p14="http://schemas.microsoft.com/office/powerpoint/2010/main" val="5589234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F48A2696-3401-447D-86EC-028E38C349E9}" type="slidenum">
              <a:rPr lang="en-US" b="0" smtClean="0">
                <a:latin typeface="Times New Roman" panose="02020603050405020304" pitchFamily="18" charset="0"/>
              </a:rPr>
              <a:pPr/>
              <a:t>28</a:t>
            </a:fld>
            <a:endParaRPr lang="en-US" b="0">
              <a:latin typeface="Times New Roman" panose="02020603050405020304" pitchFamily="18"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p:spPr>
        <p:txBody>
          <a:bodyPr/>
          <a:lstStyle/>
          <a:p>
            <a:pPr eaLnBrk="1" hangingPunct="1"/>
            <a:endParaRPr lang="en-US"/>
          </a:p>
        </p:txBody>
      </p:sp>
    </p:spTree>
    <p:extLst>
      <p:ext uri="{BB962C8B-B14F-4D97-AF65-F5344CB8AC3E}">
        <p14:creationId xmlns:p14="http://schemas.microsoft.com/office/powerpoint/2010/main" val="246711233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3B71A25D-49D6-43F0-A69D-1FF33BB59AFB}" type="slidenum">
              <a:rPr lang="en-US" b="0" smtClean="0">
                <a:latin typeface="Times New Roman" panose="02020603050405020304" pitchFamily="18" charset="0"/>
              </a:rPr>
              <a:pPr/>
              <a:t>29</a:t>
            </a:fld>
            <a:endParaRPr lang="en-US" b="0">
              <a:latin typeface="Times New Roman" panose="02020603050405020304" pitchFamily="18" charset="0"/>
            </a:endParaRPr>
          </a:p>
        </p:txBody>
      </p:sp>
      <p:sp>
        <p:nvSpPr>
          <p:cNvPr id="84995" name="Rectangle 2"/>
          <p:cNvSpPr>
            <a:spLocks noGrp="1" noRot="1" noChangeAspect="1" noChangeArrowheads="1" noTextEdit="1"/>
          </p:cNvSpPr>
          <p:nvPr>
            <p:ph type="sldImg"/>
          </p:nvPr>
        </p:nvSpPr>
        <p:spPr>
          <a:ln/>
        </p:spPr>
      </p:sp>
      <p:sp>
        <p:nvSpPr>
          <p:cNvPr id="84996" name="Rectangle 3"/>
          <p:cNvSpPr>
            <a:spLocks noGrp="1" noChangeArrowheads="1"/>
          </p:cNvSpPr>
          <p:nvPr>
            <p:ph type="body" idx="1"/>
          </p:nvPr>
        </p:nvSpPr>
        <p:spPr>
          <a:noFill/>
        </p:spPr>
        <p:txBody>
          <a:bodyPr/>
          <a:lstStyle/>
          <a:p>
            <a:pPr eaLnBrk="1" hangingPunct="1"/>
            <a:endParaRPr lang="en-US"/>
          </a:p>
        </p:txBody>
      </p:sp>
    </p:spTree>
    <p:extLst>
      <p:ext uri="{BB962C8B-B14F-4D97-AF65-F5344CB8AC3E}">
        <p14:creationId xmlns:p14="http://schemas.microsoft.com/office/powerpoint/2010/main" val="12363930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163565DF-7731-4C67-AFA3-B1B3678FF732}" type="slidenum">
              <a:rPr lang="en-US" b="0" smtClean="0">
                <a:latin typeface="Times New Roman" panose="02020603050405020304" pitchFamily="18" charset="0"/>
              </a:rPr>
              <a:pPr/>
              <a:t>30</a:t>
            </a:fld>
            <a:endParaRPr lang="en-US" b="0">
              <a:latin typeface="Times New Roman" panose="02020603050405020304" pitchFamily="18" charset="0"/>
            </a:endParaRPr>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p:spPr>
        <p:txBody>
          <a:bodyPr/>
          <a:lstStyle/>
          <a:p>
            <a:pPr eaLnBrk="1" hangingPunct="1"/>
            <a:endParaRPr lang="en-US"/>
          </a:p>
        </p:txBody>
      </p:sp>
    </p:spTree>
    <p:extLst>
      <p:ext uri="{BB962C8B-B14F-4D97-AF65-F5344CB8AC3E}">
        <p14:creationId xmlns:p14="http://schemas.microsoft.com/office/powerpoint/2010/main" val="38485445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0" y="2438400"/>
            <a:ext cx="9009063" cy="1052513"/>
            <a:chOff x="0" y="1536"/>
            <a:chExt cx="5675" cy="663"/>
          </a:xfrm>
        </p:grpSpPr>
        <p:grpSp>
          <p:nvGrpSpPr>
            <p:cNvPr id="5" name="Group 3"/>
            <p:cNvGrpSpPr>
              <a:grpSpLocks/>
            </p:cNvGrpSpPr>
            <p:nvPr/>
          </p:nvGrpSpPr>
          <p:grpSpPr bwMode="auto">
            <a:xfrm>
              <a:off x="183" y="1604"/>
              <a:ext cx="448" cy="299"/>
              <a:chOff x="720" y="336"/>
              <a:chExt cx="624" cy="432"/>
            </a:xfrm>
          </p:grpSpPr>
          <p:sp>
            <p:nvSpPr>
              <p:cNvPr id="12" name="Rectangle 4"/>
              <p:cNvSpPr>
                <a:spLocks noChangeArrowheads="1"/>
              </p:cNvSpPr>
              <p:nvPr/>
            </p:nvSpPr>
            <p:spPr bwMode="auto">
              <a:xfrm>
                <a:off x="720" y="336"/>
                <a:ext cx="384" cy="43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defRPr/>
                </a:pPr>
                <a:endParaRPr lang="en-US"/>
              </a:p>
            </p:txBody>
          </p:sp>
          <p:sp>
            <p:nvSpPr>
              <p:cNvPr id="1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defRPr/>
                </a:pPr>
                <a:endParaRPr lang="en-US"/>
              </a:p>
            </p:txBody>
          </p:sp>
        </p:grpSp>
        <p:grpSp>
          <p:nvGrpSpPr>
            <p:cNvPr id="6" name="Group 6"/>
            <p:cNvGrpSpPr>
              <a:grpSpLocks/>
            </p:cNvGrpSpPr>
            <p:nvPr/>
          </p:nvGrpSpPr>
          <p:grpSpPr bwMode="auto">
            <a:xfrm>
              <a:off x="261" y="1870"/>
              <a:ext cx="465" cy="299"/>
              <a:chOff x="912" y="2640"/>
              <a:chExt cx="672" cy="432"/>
            </a:xfrm>
          </p:grpSpPr>
          <p:sp>
            <p:nvSpPr>
              <p:cNvPr id="10" name="Rectangle 7"/>
              <p:cNvSpPr>
                <a:spLocks noChangeArrowheads="1"/>
              </p:cNvSpPr>
              <p:nvPr/>
            </p:nvSpPr>
            <p:spPr bwMode="auto">
              <a:xfrm>
                <a:off x="912" y="2640"/>
                <a:ext cx="384" cy="43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defRPr/>
                </a:pPr>
                <a:endParaRPr lang="en-US"/>
              </a:p>
            </p:txBody>
          </p:sp>
          <p:sp>
            <p:nvSpPr>
              <p:cNvPr id="11" name="Rectangle 8"/>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defRPr/>
                </a:pPr>
                <a:endParaRPr lang="en-US"/>
              </a:p>
            </p:txBody>
          </p:sp>
        </p:grpSp>
        <p:sp>
          <p:nvSpPr>
            <p:cNvPr id="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defRPr/>
              </a:pPr>
              <a:endParaRPr lang="en-US"/>
            </a:p>
          </p:txBody>
        </p:sp>
        <p:sp>
          <p:nvSpPr>
            <p:cNvPr id="8" name="Rectangle 10"/>
            <p:cNvSpPr>
              <a:spLocks noChangeArrowheads="1"/>
            </p:cNvSpPr>
            <p:nvPr/>
          </p:nvSpPr>
          <p:spPr bwMode="auto">
            <a:xfrm>
              <a:off x="400" y="1536"/>
              <a:ext cx="20" cy="663"/>
            </a:xfrm>
            <a:prstGeom prst="rect">
              <a:avLst/>
            </a:prstGeom>
            <a:solidFill>
              <a:schemeClr val="bg2"/>
            </a:solid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defRPr/>
              </a:pPr>
              <a:endParaRPr lang="en-US"/>
            </a:p>
          </p:txBody>
        </p:sp>
        <p:sp>
          <p:nvSpPr>
            <p:cNvPr id="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defRPr/>
              </a:pPr>
              <a:endParaRPr lang="en-US"/>
            </a:p>
          </p:txBody>
        </p:sp>
      </p:grpSp>
      <p:sp>
        <p:nvSpPr>
          <p:cNvPr id="14" name="Text Box 17"/>
          <p:cNvSpPr txBox="1">
            <a:spLocks noChangeArrowheads="1"/>
          </p:cNvSpPr>
          <p:nvPr userDrawn="1"/>
        </p:nvSpPr>
        <p:spPr bwMode="auto">
          <a:xfrm>
            <a:off x="0" y="6553200"/>
            <a:ext cx="2209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eaLnBrk="1" hangingPunct="1">
              <a:spcBef>
                <a:spcPct val="50000"/>
              </a:spcBef>
              <a:defRPr/>
            </a:pPr>
            <a:r>
              <a:rPr lang="en-US" altLang="en-US" sz="1400" b="0">
                <a:latin typeface="McGrawHill-Italic" pitchFamily="2" charset="0"/>
              </a:rPr>
              <a:t>McGraw-Hill</a:t>
            </a:r>
            <a:endParaRPr lang="en-US" altLang="en-US" sz="2400" b="0">
              <a:latin typeface="Times New Roman" panose="02020603050405020304" pitchFamily="18" charset="0"/>
            </a:endParaRPr>
          </a:p>
        </p:txBody>
      </p:sp>
      <p:sp>
        <p:nvSpPr>
          <p:cNvPr id="15" name="Text Box 18"/>
          <p:cNvSpPr txBox="1">
            <a:spLocks noChangeArrowheads="1"/>
          </p:cNvSpPr>
          <p:nvPr userDrawn="1"/>
        </p:nvSpPr>
        <p:spPr bwMode="auto">
          <a:xfrm>
            <a:off x="4572000" y="6553200"/>
            <a:ext cx="457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r" eaLnBrk="1" hangingPunct="1">
              <a:spcBef>
                <a:spcPct val="50000"/>
              </a:spcBef>
              <a:buFontTx/>
              <a:buChar char="©"/>
              <a:defRPr/>
            </a:pPr>
            <a:r>
              <a:rPr lang="en-US" altLang="en-US" sz="1400" b="0">
                <a:latin typeface="McGrawHill-Italic" pitchFamily="2" charset="0"/>
              </a:rPr>
              <a:t>The McGraw-Hill Companies, Inc., 2000</a:t>
            </a:r>
            <a:endParaRPr lang="en-US" altLang="en-US" sz="2400" b="0">
              <a:latin typeface="Times New Roman" panose="02020603050405020304" pitchFamily="18" charset="0"/>
            </a:endParaRPr>
          </a:p>
        </p:txBody>
      </p:sp>
      <p:sp>
        <p:nvSpPr>
          <p:cNvPr id="210956" name="Rectangle 12"/>
          <p:cNvSpPr>
            <a:spLocks noGrp="1" noChangeArrowheads="1"/>
          </p:cNvSpPr>
          <p:nvPr>
            <p:ph type="ctrTitle"/>
          </p:nvPr>
        </p:nvSpPr>
        <p:spPr bwMode="auto">
          <a:xfrm>
            <a:off x="990600" y="1676400"/>
            <a:ext cx="7772400" cy="1462088"/>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a:lvl1pPr>
          </a:lstStyle>
          <a:p>
            <a:pPr lvl="0"/>
            <a:r>
              <a:rPr lang="en-US" noProof="0"/>
              <a:t>Click to edit Master title style</a:t>
            </a:r>
          </a:p>
        </p:txBody>
      </p:sp>
      <p:sp>
        <p:nvSpPr>
          <p:cNvPr id="210957" name="Rectangle 13"/>
          <p:cNvSpPr>
            <a:spLocks noGrp="1" noChangeArrowheads="1"/>
          </p:cNvSpPr>
          <p:nvPr>
            <p:ph type="subTitle" idx="1"/>
          </p:nvPr>
        </p:nvSpPr>
        <p:spPr bwMode="auto">
          <a:xfrm>
            <a:off x="1371600" y="3886200"/>
            <a:ext cx="6400800" cy="17526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0" indent="0" algn="ctr">
              <a:buFont typeface="Wingdings" panose="05000000000000000000" pitchFamily="2" charset="2"/>
              <a:buNone/>
              <a:defRPr/>
            </a:lvl1pPr>
          </a:lstStyle>
          <a:p>
            <a:pPr lvl="0"/>
            <a:r>
              <a:rPr lang="en-US" noProof="0"/>
              <a:t>Click to edit Master subtitle style</a:t>
            </a:r>
          </a:p>
        </p:txBody>
      </p:sp>
      <p:sp>
        <p:nvSpPr>
          <p:cNvPr id="16" name="Rectangle 14"/>
          <p:cNvSpPr>
            <a:spLocks noGrp="1" noChangeArrowheads="1"/>
          </p:cNvSpPr>
          <p:nvPr>
            <p:ph type="dt" sz="half" idx="10"/>
          </p:nvPr>
        </p:nvSpPr>
        <p:spPr bwMode="auto">
          <a:xfrm>
            <a:off x="990600" y="6248400"/>
            <a:ext cx="19050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400" b="0">
                <a:solidFill>
                  <a:schemeClr val="bg2"/>
                </a:solidFill>
              </a:defRPr>
            </a:lvl1pPr>
          </a:lstStyle>
          <a:p>
            <a:pPr>
              <a:defRPr/>
            </a:pPr>
            <a:endParaRPr lang="en-US"/>
          </a:p>
        </p:txBody>
      </p:sp>
      <p:sp>
        <p:nvSpPr>
          <p:cNvPr id="17" name="Rectangle 15"/>
          <p:cNvSpPr>
            <a:spLocks noGrp="1" noChangeArrowheads="1"/>
          </p:cNvSpPr>
          <p:nvPr>
            <p:ph type="ftr" sz="quarter" idx="11"/>
          </p:nvPr>
        </p:nvSpPr>
        <p:spPr>
          <a:xfrm>
            <a:off x="3429000" y="6248400"/>
            <a:ext cx="2895600" cy="457200"/>
          </a:xfrm>
        </p:spPr>
        <p:txBody>
          <a:bodyPr/>
          <a:lstStyle>
            <a:lvl1pPr algn="ctr">
              <a:defRPr sz="1400" b="0">
                <a:solidFill>
                  <a:schemeClr val="bg2"/>
                </a:solidFill>
              </a:defRPr>
            </a:lvl1pPr>
          </a:lstStyle>
          <a:p>
            <a:pPr>
              <a:defRPr/>
            </a:pPr>
            <a:r>
              <a:rPr lang="en-US"/>
              <a:t>TCP/IP Protocol Suite</a:t>
            </a:r>
          </a:p>
        </p:txBody>
      </p:sp>
      <p:sp>
        <p:nvSpPr>
          <p:cNvPr id="18" name="Rectangle 16"/>
          <p:cNvSpPr>
            <a:spLocks noGrp="1" noChangeArrowheads="1"/>
          </p:cNvSpPr>
          <p:nvPr>
            <p:ph type="sldNum" sz="quarter" idx="12"/>
          </p:nvPr>
        </p:nvSpPr>
        <p:spPr>
          <a:xfrm>
            <a:off x="6858000" y="6248400"/>
            <a:ext cx="1905000" cy="457200"/>
          </a:xfrm>
        </p:spPr>
        <p:txBody>
          <a:bodyPr/>
          <a:lstStyle>
            <a:lvl1pPr>
              <a:defRPr>
                <a:solidFill>
                  <a:schemeClr val="bg2"/>
                </a:solidFill>
              </a:defRPr>
            </a:lvl1pPr>
          </a:lstStyle>
          <a:p>
            <a:pPr>
              <a:defRPr/>
            </a:pPr>
            <a:fld id="{EE70933E-DBA0-45B4-AB4C-68E3F6955F74}" type="slidenum">
              <a:rPr lang="en-US"/>
              <a:pPr>
                <a:defRPr/>
              </a:pPr>
              <a:t>‹#›</a:t>
            </a:fld>
            <a:endParaRPr lang="en-US"/>
          </a:p>
        </p:txBody>
      </p:sp>
    </p:spTree>
    <p:extLst>
      <p:ext uri="{BB962C8B-B14F-4D97-AF65-F5344CB8AC3E}">
        <p14:creationId xmlns:p14="http://schemas.microsoft.com/office/powerpoint/2010/main" val="26946499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5"/>
            <a:ext cx="78867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628650" y="1825625"/>
            <a:ext cx="78867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2"/>
          <p:cNvSpPr>
            <a:spLocks noGrp="1" noChangeArrowheads="1"/>
          </p:cNvSpPr>
          <p:nvPr>
            <p:ph type="ftr" sz="quarter" idx="10"/>
          </p:nvPr>
        </p:nvSpPr>
        <p:spPr>
          <a:ln/>
        </p:spPr>
        <p:txBody>
          <a:bodyPr/>
          <a:lstStyle>
            <a:lvl1pPr>
              <a:defRPr/>
            </a:lvl1pPr>
          </a:lstStyle>
          <a:p>
            <a:pPr>
              <a:defRPr/>
            </a:pPr>
            <a:r>
              <a:rPr lang="en-US"/>
              <a:t>TCP/IP Protocol Suite</a:t>
            </a:r>
          </a:p>
        </p:txBody>
      </p:sp>
      <p:sp>
        <p:nvSpPr>
          <p:cNvPr id="5" name="Rectangle 13"/>
          <p:cNvSpPr>
            <a:spLocks noGrp="1" noChangeArrowheads="1"/>
          </p:cNvSpPr>
          <p:nvPr>
            <p:ph type="sldNum" sz="quarter" idx="11"/>
          </p:nvPr>
        </p:nvSpPr>
        <p:spPr>
          <a:ln/>
        </p:spPr>
        <p:txBody>
          <a:bodyPr/>
          <a:lstStyle>
            <a:lvl1pPr>
              <a:defRPr/>
            </a:lvl1pPr>
          </a:lstStyle>
          <a:p>
            <a:pPr>
              <a:defRPr/>
            </a:pPr>
            <a:fld id="{A3CB964A-3094-40A4-ACCF-CEE73AB8D132}" type="slidenum">
              <a:rPr lang="en-US"/>
              <a:pPr>
                <a:defRPr/>
              </a:pPr>
              <a:t>‹#›</a:t>
            </a:fld>
            <a:endParaRPr lang="en-US"/>
          </a:p>
        </p:txBody>
      </p:sp>
    </p:spTree>
    <p:extLst>
      <p:ext uri="{BB962C8B-B14F-4D97-AF65-F5344CB8AC3E}">
        <p14:creationId xmlns:p14="http://schemas.microsoft.com/office/powerpoint/2010/main" val="41451498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12"/>
          <p:cNvSpPr>
            <a:spLocks noGrp="1" noChangeArrowheads="1"/>
          </p:cNvSpPr>
          <p:nvPr>
            <p:ph type="ftr" sz="quarter" idx="10"/>
          </p:nvPr>
        </p:nvSpPr>
        <p:spPr>
          <a:ln/>
        </p:spPr>
        <p:txBody>
          <a:bodyPr/>
          <a:lstStyle>
            <a:lvl1pPr>
              <a:defRPr/>
            </a:lvl1pPr>
          </a:lstStyle>
          <a:p>
            <a:pPr>
              <a:defRPr/>
            </a:pPr>
            <a:r>
              <a:rPr lang="en-US"/>
              <a:t>TCP/IP Protocol Suite</a:t>
            </a:r>
          </a:p>
        </p:txBody>
      </p:sp>
      <p:sp>
        <p:nvSpPr>
          <p:cNvPr id="5" name="Rectangle 13"/>
          <p:cNvSpPr>
            <a:spLocks noGrp="1" noChangeArrowheads="1"/>
          </p:cNvSpPr>
          <p:nvPr>
            <p:ph type="sldNum" sz="quarter" idx="11"/>
          </p:nvPr>
        </p:nvSpPr>
        <p:spPr>
          <a:ln/>
        </p:spPr>
        <p:txBody>
          <a:bodyPr/>
          <a:lstStyle>
            <a:lvl1pPr>
              <a:defRPr/>
            </a:lvl1pPr>
          </a:lstStyle>
          <a:p>
            <a:pPr>
              <a:defRPr/>
            </a:pPr>
            <a:fld id="{3BB94A52-6428-46AC-8D63-9A56DABA81EC}" type="slidenum">
              <a:rPr lang="en-US"/>
              <a:pPr>
                <a:defRPr/>
              </a:pPr>
              <a:t>‹#›</a:t>
            </a:fld>
            <a:endParaRPr lang="en-US"/>
          </a:p>
        </p:txBody>
      </p:sp>
    </p:spTree>
    <p:extLst>
      <p:ext uri="{BB962C8B-B14F-4D97-AF65-F5344CB8AC3E}">
        <p14:creationId xmlns:p14="http://schemas.microsoft.com/office/powerpoint/2010/main" val="17114606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5"/>
            <a:ext cx="78867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628650" y="1825625"/>
            <a:ext cx="386715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825625"/>
            <a:ext cx="386715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2"/>
          <p:cNvSpPr>
            <a:spLocks noGrp="1" noChangeArrowheads="1"/>
          </p:cNvSpPr>
          <p:nvPr>
            <p:ph type="ftr" sz="quarter" idx="10"/>
          </p:nvPr>
        </p:nvSpPr>
        <p:spPr>
          <a:ln/>
        </p:spPr>
        <p:txBody>
          <a:bodyPr/>
          <a:lstStyle>
            <a:lvl1pPr>
              <a:defRPr/>
            </a:lvl1pPr>
          </a:lstStyle>
          <a:p>
            <a:pPr>
              <a:defRPr/>
            </a:pPr>
            <a:r>
              <a:rPr lang="en-US"/>
              <a:t>TCP/IP Protocol Suite</a:t>
            </a:r>
          </a:p>
        </p:txBody>
      </p:sp>
      <p:sp>
        <p:nvSpPr>
          <p:cNvPr id="6" name="Rectangle 13"/>
          <p:cNvSpPr>
            <a:spLocks noGrp="1" noChangeArrowheads="1"/>
          </p:cNvSpPr>
          <p:nvPr>
            <p:ph type="sldNum" sz="quarter" idx="11"/>
          </p:nvPr>
        </p:nvSpPr>
        <p:spPr>
          <a:ln/>
        </p:spPr>
        <p:txBody>
          <a:bodyPr/>
          <a:lstStyle>
            <a:lvl1pPr>
              <a:defRPr/>
            </a:lvl1pPr>
          </a:lstStyle>
          <a:p>
            <a:pPr>
              <a:defRPr/>
            </a:pPr>
            <a:fld id="{0D798654-D39B-43AA-9FC0-1E40F0DDD95A}" type="slidenum">
              <a:rPr lang="en-US"/>
              <a:pPr>
                <a:defRPr/>
              </a:pPr>
              <a:t>‹#›</a:t>
            </a:fld>
            <a:endParaRPr lang="en-US"/>
          </a:p>
        </p:txBody>
      </p:sp>
    </p:spTree>
    <p:extLst>
      <p:ext uri="{BB962C8B-B14F-4D97-AF65-F5344CB8AC3E}">
        <p14:creationId xmlns:p14="http://schemas.microsoft.com/office/powerpoint/2010/main" val="37489893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2"/>
          <p:cNvSpPr>
            <a:spLocks noGrp="1" noChangeArrowheads="1"/>
          </p:cNvSpPr>
          <p:nvPr>
            <p:ph type="ftr" sz="quarter" idx="10"/>
          </p:nvPr>
        </p:nvSpPr>
        <p:spPr>
          <a:ln/>
        </p:spPr>
        <p:txBody>
          <a:bodyPr/>
          <a:lstStyle>
            <a:lvl1pPr>
              <a:defRPr/>
            </a:lvl1pPr>
          </a:lstStyle>
          <a:p>
            <a:pPr>
              <a:defRPr/>
            </a:pPr>
            <a:r>
              <a:rPr lang="en-US"/>
              <a:t>TCP/IP Protocol Suite</a:t>
            </a:r>
          </a:p>
        </p:txBody>
      </p:sp>
      <p:sp>
        <p:nvSpPr>
          <p:cNvPr id="8" name="Rectangle 13"/>
          <p:cNvSpPr>
            <a:spLocks noGrp="1" noChangeArrowheads="1"/>
          </p:cNvSpPr>
          <p:nvPr>
            <p:ph type="sldNum" sz="quarter" idx="11"/>
          </p:nvPr>
        </p:nvSpPr>
        <p:spPr>
          <a:ln/>
        </p:spPr>
        <p:txBody>
          <a:bodyPr/>
          <a:lstStyle>
            <a:lvl1pPr>
              <a:defRPr/>
            </a:lvl1pPr>
          </a:lstStyle>
          <a:p>
            <a:pPr>
              <a:defRPr/>
            </a:pPr>
            <a:fld id="{9AAC10C6-0391-4CB3-AE06-62EFE14695CD}" type="slidenum">
              <a:rPr lang="en-US"/>
              <a:pPr>
                <a:defRPr/>
              </a:pPr>
              <a:t>‹#›</a:t>
            </a:fld>
            <a:endParaRPr lang="en-US"/>
          </a:p>
        </p:txBody>
      </p:sp>
    </p:spTree>
    <p:extLst>
      <p:ext uri="{BB962C8B-B14F-4D97-AF65-F5344CB8AC3E}">
        <p14:creationId xmlns:p14="http://schemas.microsoft.com/office/powerpoint/2010/main" val="36182449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5"/>
            <a:ext cx="7886700" cy="1325563"/>
          </a:xfrm>
          <a:prstGeom prst="rect">
            <a:avLst/>
          </a:prstGeom>
        </p:spPr>
        <p:txBody>
          <a:bodyPr/>
          <a:lstStyle/>
          <a:p>
            <a:r>
              <a:rPr lang="en-US"/>
              <a:t>Click to edit Master title style</a:t>
            </a:r>
          </a:p>
        </p:txBody>
      </p:sp>
      <p:sp>
        <p:nvSpPr>
          <p:cNvPr id="3" name="Rectangle 12"/>
          <p:cNvSpPr>
            <a:spLocks noGrp="1" noChangeArrowheads="1"/>
          </p:cNvSpPr>
          <p:nvPr>
            <p:ph type="ftr" sz="quarter" idx="10"/>
          </p:nvPr>
        </p:nvSpPr>
        <p:spPr>
          <a:ln/>
        </p:spPr>
        <p:txBody>
          <a:bodyPr/>
          <a:lstStyle>
            <a:lvl1pPr>
              <a:defRPr/>
            </a:lvl1pPr>
          </a:lstStyle>
          <a:p>
            <a:pPr>
              <a:defRPr/>
            </a:pPr>
            <a:r>
              <a:rPr lang="en-US"/>
              <a:t>TCP/IP Protocol Suite</a:t>
            </a:r>
          </a:p>
        </p:txBody>
      </p:sp>
      <p:sp>
        <p:nvSpPr>
          <p:cNvPr id="4" name="Rectangle 13"/>
          <p:cNvSpPr>
            <a:spLocks noGrp="1" noChangeArrowheads="1"/>
          </p:cNvSpPr>
          <p:nvPr>
            <p:ph type="sldNum" sz="quarter" idx="11"/>
          </p:nvPr>
        </p:nvSpPr>
        <p:spPr>
          <a:ln/>
        </p:spPr>
        <p:txBody>
          <a:bodyPr/>
          <a:lstStyle>
            <a:lvl1pPr>
              <a:defRPr/>
            </a:lvl1pPr>
          </a:lstStyle>
          <a:p>
            <a:pPr>
              <a:defRPr/>
            </a:pPr>
            <a:fld id="{900ECB83-951B-4085-99F6-43688F00E161}" type="slidenum">
              <a:rPr lang="en-US"/>
              <a:pPr>
                <a:defRPr/>
              </a:pPr>
              <a:t>‹#›</a:t>
            </a:fld>
            <a:endParaRPr lang="en-US"/>
          </a:p>
        </p:txBody>
      </p:sp>
    </p:spTree>
    <p:extLst>
      <p:ext uri="{BB962C8B-B14F-4D97-AF65-F5344CB8AC3E}">
        <p14:creationId xmlns:p14="http://schemas.microsoft.com/office/powerpoint/2010/main" val="40627294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2"/>
          <p:cNvSpPr>
            <a:spLocks noGrp="1" noChangeArrowheads="1"/>
          </p:cNvSpPr>
          <p:nvPr>
            <p:ph type="ftr" sz="quarter" idx="10"/>
          </p:nvPr>
        </p:nvSpPr>
        <p:spPr>
          <a:ln/>
        </p:spPr>
        <p:txBody>
          <a:bodyPr/>
          <a:lstStyle>
            <a:lvl1pPr>
              <a:defRPr/>
            </a:lvl1pPr>
          </a:lstStyle>
          <a:p>
            <a:pPr>
              <a:defRPr/>
            </a:pPr>
            <a:r>
              <a:rPr lang="en-US"/>
              <a:t>TCP/IP Protocol Suite</a:t>
            </a:r>
          </a:p>
        </p:txBody>
      </p:sp>
      <p:sp>
        <p:nvSpPr>
          <p:cNvPr id="3" name="Rectangle 13"/>
          <p:cNvSpPr>
            <a:spLocks noGrp="1" noChangeArrowheads="1"/>
          </p:cNvSpPr>
          <p:nvPr>
            <p:ph type="sldNum" sz="quarter" idx="11"/>
          </p:nvPr>
        </p:nvSpPr>
        <p:spPr>
          <a:ln/>
        </p:spPr>
        <p:txBody>
          <a:bodyPr/>
          <a:lstStyle>
            <a:lvl1pPr>
              <a:defRPr/>
            </a:lvl1pPr>
          </a:lstStyle>
          <a:p>
            <a:pPr>
              <a:defRPr/>
            </a:pPr>
            <a:fld id="{F1C42E73-D1E6-4B68-B71F-752FE53A4C22}" type="slidenum">
              <a:rPr lang="en-US"/>
              <a:pPr>
                <a:defRPr/>
              </a:pPr>
              <a:t>‹#›</a:t>
            </a:fld>
            <a:endParaRPr lang="en-US"/>
          </a:p>
        </p:txBody>
      </p:sp>
    </p:spTree>
    <p:extLst>
      <p:ext uri="{BB962C8B-B14F-4D97-AF65-F5344CB8AC3E}">
        <p14:creationId xmlns:p14="http://schemas.microsoft.com/office/powerpoint/2010/main" val="32954212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12"/>
          <p:cNvSpPr>
            <a:spLocks noGrp="1" noChangeArrowheads="1"/>
          </p:cNvSpPr>
          <p:nvPr>
            <p:ph type="ftr" sz="quarter" idx="10"/>
          </p:nvPr>
        </p:nvSpPr>
        <p:spPr>
          <a:ln/>
        </p:spPr>
        <p:txBody>
          <a:bodyPr/>
          <a:lstStyle>
            <a:lvl1pPr>
              <a:defRPr/>
            </a:lvl1pPr>
          </a:lstStyle>
          <a:p>
            <a:pPr>
              <a:defRPr/>
            </a:pPr>
            <a:r>
              <a:rPr lang="en-US"/>
              <a:t>TCP/IP Protocol Suite</a:t>
            </a:r>
          </a:p>
        </p:txBody>
      </p:sp>
      <p:sp>
        <p:nvSpPr>
          <p:cNvPr id="6" name="Rectangle 13"/>
          <p:cNvSpPr>
            <a:spLocks noGrp="1" noChangeArrowheads="1"/>
          </p:cNvSpPr>
          <p:nvPr>
            <p:ph type="sldNum" sz="quarter" idx="11"/>
          </p:nvPr>
        </p:nvSpPr>
        <p:spPr>
          <a:ln/>
        </p:spPr>
        <p:txBody>
          <a:bodyPr/>
          <a:lstStyle>
            <a:lvl1pPr>
              <a:defRPr/>
            </a:lvl1pPr>
          </a:lstStyle>
          <a:p>
            <a:pPr>
              <a:defRPr/>
            </a:pPr>
            <a:fld id="{6E39BD31-0C12-4E3E-87BF-0E83264C9E11}" type="slidenum">
              <a:rPr lang="en-US"/>
              <a:pPr>
                <a:defRPr/>
              </a:pPr>
              <a:t>‹#›</a:t>
            </a:fld>
            <a:endParaRPr lang="en-US"/>
          </a:p>
        </p:txBody>
      </p:sp>
    </p:spTree>
    <p:extLst>
      <p:ext uri="{BB962C8B-B14F-4D97-AF65-F5344CB8AC3E}">
        <p14:creationId xmlns:p14="http://schemas.microsoft.com/office/powerpoint/2010/main" val="7924818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12"/>
          <p:cNvSpPr>
            <a:spLocks noGrp="1" noChangeArrowheads="1"/>
          </p:cNvSpPr>
          <p:nvPr>
            <p:ph type="ftr" sz="quarter" idx="10"/>
          </p:nvPr>
        </p:nvSpPr>
        <p:spPr>
          <a:ln/>
        </p:spPr>
        <p:txBody>
          <a:bodyPr/>
          <a:lstStyle>
            <a:lvl1pPr>
              <a:defRPr/>
            </a:lvl1pPr>
          </a:lstStyle>
          <a:p>
            <a:pPr>
              <a:defRPr/>
            </a:pPr>
            <a:r>
              <a:rPr lang="en-US"/>
              <a:t>TCP/IP Protocol Suite</a:t>
            </a:r>
          </a:p>
        </p:txBody>
      </p:sp>
      <p:sp>
        <p:nvSpPr>
          <p:cNvPr id="6" name="Rectangle 13"/>
          <p:cNvSpPr>
            <a:spLocks noGrp="1" noChangeArrowheads="1"/>
          </p:cNvSpPr>
          <p:nvPr>
            <p:ph type="sldNum" sz="quarter" idx="11"/>
          </p:nvPr>
        </p:nvSpPr>
        <p:spPr>
          <a:ln/>
        </p:spPr>
        <p:txBody>
          <a:bodyPr/>
          <a:lstStyle>
            <a:lvl1pPr>
              <a:defRPr/>
            </a:lvl1pPr>
          </a:lstStyle>
          <a:p>
            <a:pPr>
              <a:defRPr/>
            </a:pPr>
            <a:fld id="{8D554BBF-15EF-4624-AB87-68678284AC5C}" type="slidenum">
              <a:rPr lang="en-US"/>
              <a:pPr>
                <a:defRPr/>
              </a:pPr>
              <a:t>‹#›</a:t>
            </a:fld>
            <a:endParaRPr lang="en-US"/>
          </a:p>
        </p:txBody>
      </p:sp>
    </p:spTree>
    <p:extLst>
      <p:ext uri="{BB962C8B-B14F-4D97-AF65-F5344CB8AC3E}">
        <p14:creationId xmlns:p14="http://schemas.microsoft.com/office/powerpoint/2010/main" val="15583217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5"/>
            <a:ext cx="78867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628650" y="1825625"/>
            <a:ext cx="78867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2"/>
          <p:cNvSpPr>
            <a:spLocks noGrp="1" noChangeArrowheads="1"/>
          </p:cNvSpPr>
          <p:nvPr>
            <p:ph type="ftr" sz="quarter" idx="10"/>
          </p:nvPr>
        </p:nvSpPr>
        <p:spPr>
          <a:ln/>
        </p:spPr>
        <p:txBody>
          <a:bodyPr/>
          <a:lstStyle>
            <a:lvl1pPr>
              <a:defRPr/>
            </a:lvl1pPr>
          </a:lstStyle>
          <a:p>
            <a:pPr>
              <a:defRPr/>
            </a:pPr>
            <a:r>
              <a:rPr lang="en-US"/>
              <a:t>TCP/IP Protocol Suite</a:t>
            </a:r>
          </a:p>
        </p:txBody>
      </p:sp>
      <p:sp>
        <p:nvSpPr>
          <p:cNvPr id="5" name="Rectangle 13"/>
          <p:cNvSpPr>
            <a:spLocks noGrp="1" noChangeArrowheads="1"/>
          </p:cNvSpPr>
          <p:nvPr>
            <p:ph type="sldNum" sz="quarter" idx="11"/>
          </p:nvPr>
        </p:nvSpPr>
        <p:spPr>
          <a:ln/>
        </p:spPr>
        <p:txBody>
          <a:bodyPr/>
          <a:lstStyle>
            <a:lvl1pPr>
              <a:defRPr/>
            </a:lvl1pPr>
          </a:lstStyle>
          <a:p>
            <a:pPr>
              <a:defRPr/>
            </a:pPr>
            <a:fld id="{F211616D-A1B6-4B76-80E5-43A2E3FD32AF}" type="slidenum">
              <a:rPr lang="en-US"/>
              <a:pPr>
                <a:defRPr/>
              </a:pPr>
              <a:t>‹#›</a:t>
            </a:fld>
            <a:endParaRPr lang="en-US"/>
          </a:p>
        </p:txBody>
      </p:sp>
    </p:spTree>
    <p:extLst>
      <p:ext uri="{BB962C8B-B14F-4D97-AF65-F5344CB8AC3E}">
        <p14:creationId xmlns:p14="http://schemas.microsoft.com/office/powerpoint/2010/main" val="5609049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762625"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2"/>
          <p:cNvSpPr>
            <a:spLocks noGrp="1" noChangeArrowheads="1"/>
          </p:cNvSpPr>
          <p:nvPr>
            <p:ph type="ftr" sz="quarter" idx="10"/>
          </p:nvPr>
        </p:nvSpPr>
        <p:spPr>
          <a:ln/>
        </p:spPr>
        <p:txBody>
          <a:bodyPr/>
          <a:lstStyle>
            <a:lvl1pPr>
              <a:defRPr/>
            </a:lvl1pPr>
          </a:lstStyle>
          <a:p>
            <a:pPr>
              <a:defRPr/>
            </a:pPr>
            <a:r>
              <a:rPr lang="en-US"/>
              <a:t>TCP/IP Protocol Suite</a:t>
            </a:r>
          </a:p>
        </p:txBody>
      </p:sp>
      <p:sp>
        <p:nvSpPr>
          <p:cNvPr id="5" name="Rectangle 13"/>
          <p:cNvSpPr>
            <a:spLocks noGrp="1" noChangeArrowheads="1"/>
          </p:cNvSpPr>
          <p:nvPr>
            <p:ph type="sldNum" sz="quarter" idx="11"/>
          </p:nvPr>
        </p:nvSpPr>
        <p:spPr>
          <a:ln/>
        </p:spPr>
        <p:txBody>
          <a:bodyPr/>
          <a:lstStyle>
            <a:lvl1pPr>
              <a:defRPr/>
            </a:lvl1pPr>
          </a:lstStyle>
          <a:p>
            <a:pPr>
              <a:defRPr/>
            </a:pPr>
            <a:fld id="{9A6EA608-042D-4FA8-BF25-EE8BF1918823}" type="slidenum">
              <a:rPr lang="en-US"/>
              <a:pPr>
                <a:defRPr/>
              </a:pPr>
              <a:t>‹#›</a:t>
            </a:fld>
            <a:endParaRPr lang="en-US"/>
          </a:p>
        </p:txBody>
      </p:sp>
    </p:spTree>
    <p:extLst>
      <p:ext uri="{BB962C8B-B14F-4D97-AF65-F5344CB8AC3E}">
        <p14:creationId xmlns:p14="http://schemas.microsoft.com/office/powerpoint/2010/main" val="30732547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5"/>
            <a:ext cx="7886700" cy="1325563"/>
          </a:xfrm>
          <a:prstGeom prst="rect">
            <a:avLst/>
          </a:prstGeom>
        </p:spPr>
        <p:txBody>
          <a:bodyPr/>
          <a:lstStyle/>
          <a:p>
            <a:r>
              <a:rPr lang="en-US"/>
              <a:t>Click to edit Master title style</a:t>
            </a:r>
          </a:p>
        </p:txBody>
      </p:sp>
      <p:sp>
        <p:nvSpPr>
          <p:cNvPr id="3" name="Table Placeholder 2"/>
          <p:cNvSpPr>
            <a:spLocks noGrp="1"/>
          </p:cNvSpPr>
          <p:nvPr>
            <p:ph type="tbl" idx="1"/>
          </p:nvPr>
        </p:nvSpPr>
        <p:spPr>
          <a:xfrm>
            <a:off x="628650" y="1825625"/>
            <a:ext cx="7886700" cy="4351338"/>
          </a:xfrm>
          <a:prstGeom prst="rect">
            <a:avLst/>
          </a:prstGeom>
        </p:spPr>
        <p:txBody>
          <a:bodyPr/>
          <a:lstStyle/>
          <a:p>
            <a:pPr lvl="0"/>
            <a:endParaRPr lang="en-US" noProof="0"/>
          </a:p>
        </p:txBody>
      </p:sp>
      <p:sp>
        <p:nvSpPr>
          <p:cNvPr id="4" name="Rectangle 12"/>
          <p:cNvSpPr>
            <a:spLocks noGrp="1" noChangeArrowheads="1"/>
          </p:cNvSpPr>
          <p:nvPr>
            <p:ph type="ftr" sz="quarter" idx="10"/>
          </p:nvPr>
        </p:nvSpPr>
        <p:spPr>
          <a:ln/>
        </p:spPr>
        <p:txBody>
          <a:bodyPr/>
          <a:lstStyle>
            <a:lvl1pPr>
              <a:defRPr/>
            </a:lvl1pPr>
          </a:lstStyle>
          <a:p>
            <a:pPr>
              <a:defRPr/>
            </a:pPr>
            <a:r>
              <a:rPr lang="en-US"/>
              <a:t>TCP/IP Protocol Suite</a:t>
            </a:r>
          </a:p>
        </p:txBody>
      </p:sp>
      <p:sp>
        <p:nvSpPr>
          <p:cNvPr id="5" name="Rectangle 13"/>
          <p:cNvSpPr>
            <a:spLocks noGrp="1" noChangeArrowheads="1"/>
          </p:cNvSpPr>
          <p:nvPr>
            <p:ph type="sldNum" sz="quarter" idx="11"/>
          </p:nvPr>
        </p:nvSpPr>
        <p:spPr>
          <a:ln/>
        </p:spPr>
        <p:txBody>
          <a:bodyPr/>
          <a:lstStyle>
            <a:lvl1pPr>
              <a:defRPr/>
            </a:lvl1pPr>
          </a:lstStyle>
          <a:p>
            <a:pPr>
              <a:defRPr/>
            </a:pPr>
            <a:fld id="{232B1E44-6BD1-4AC1-935A-B48FCF7A650F}" type="slidenum">
              <a:rPr lang="en-US"/>
              <a:pPr>
                <a:defRPr/>
              </a:pPr>
              <a:t>‹#›</a:t>
            </a:fld>
            <a:endParaRPr lang="en-US"/>
          </a:p>
        </p:txBody>
      </p:sp>
    </p:spTree>
    <p:extLst>
      <p:ext uri="{BB962C8B-B14F-4D97-AF65-F5344CB8AC3E}">
        <p14:creationId xmlns:p14="http://schemas.microsoft.com/office/powerpoint/2010/main" val="9367629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dgm" preserve="1">
  <p:cSld name="Title and Diagram or Organization Char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5"/>
            <a:ext cx="7886700" cy="1325563"/>
          </a:xfrm>
          <a:prstGeom prst="rect">
            <a:avLst/>
          </a:prstGeom>
        </p:spPr>
        <p:txBody>
          <a:bodyPr/>
          <a:lstStyle/>
          <a:p>
            <a:r>
              <a:rPr lang="en-US"/>
              <a:t>Click to edit Master title style</a:t>
            </a:r>
          </a:p>
        </p:txBody>
      </p:sp>
      <p:sp>
        <p:nvSpPr>
          <p:cNvPr id="3" name="SmartArt Placeholder 2"/>
          <p:cNvSpPr>
            <a:spLocks noGrp="1"/>
          </p:cNvSpPr>
          <p:nvPr>
            <p:ph type="dgm" idx="1"/>
          </p:nvPr>
        </p:nvSpPr>
        <p:spPr>
          <a:xfrm>
            <a:off x="628650" y="1825625"/>
            <a:ext cx="7886700" cy="4351338"/>
          </a:xfrm>
          <a:prstGeom prst="rect">
            <a:avLst/>
          </a:prstGeom>
        </p:spPr>
        <p:txBody>
          <a:bodyPr/>
          <a:lstStyle/>
          <a:p>
            <a:pPr lvl="0"/>
            <a:endParaRPr lang="en-US" noProof="0"/>
          </a:p>
        </p:txBody>
      </p:sp>
      <p:sp>
        <p:nvSpPr>
          <p:cNvPr id="4" name="Rectangle 12"/>
          <p:cNvSpPr>
            <a:spLocks noGrp="1" noChangeArrowheads="1"/>
          </p:cNvSpPr>
          <p:nvPr>
            <p:ph type="ftr" sz="quarter" idx="10"/>
          </p:nvPr>
        </p:nvSpPr>
        <p:spPr>
          <a:ln/>
        </p:spPr>
        <p:txBody>
          <a:bodyPr/>
          <a:lstStyle>
            <a:lvl1pPr>
              <a:defRPr/>
            </a:lvl1pPr>
          </a:lstStyle>
          <a:p>
            <a:pPr>
              <a:defRPr/>
            </a:pPr>
            <a:r>
              <a:rPr lang="en-US"/>
              <a:t>TCP/IP Protocol Suite</a:t>
            </a:r>
          </a:p>
        </p:txBody>
      </p:sp>
      <p:sp>
        <p:nvSpPr>
          <p:cNvPr id="5" name="Rectangle 13"/>
          <p:cNvSpPr>
            <a:spLocks noGrp="1" noChangeArrowheads="1"/>
          </p:cNvSpPr>
          <p:nvPr>
            <p:ph type="sldNum" sz="quarter" idx="11"/>
          </p:nvPr>
        </p:nvSpPr>
        <p:spPr>
          <a:ln/>
        </p:spPr>
        <p:txBody>
          <a:bodyPr/>
          <a:lstStyle>
            <a:lvl1pPr>
              <a:defRPr/>
            </a:lvl1pPr>
          </a:lstStyle>
          <a:p>
            <a:pPr>
              <a:defRPr/>
            </a:pPr>
            <a:fld id="{3F1045CE-2B3E-422A-BE16-BEA95474BE22}" type="slidenum">
              <a:rPr lang="en-US"/>
              <a:pPr>
                <a:defRPr/>
              </a:pPr>
              <a:t>‹#›</a:t>
            </a:fld>
            <a:endParaRPr lang="en-US"/>
          </a:p>
        </p:txBody>
      </p:sp>
    </p:spTree>
    <p:extLst>
      <p:ext uri="{BB962C8B-B14F-4D97-AF65-F5344CB8AC3E}">
        <p14:creationId xmlns:p14="http://schemas.microsoft.com/office/powerpoint/2010/main" val="14897212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9932" name="Rectangle 12"/>
          <p:cNvSpPr>
            <a:spLocks noGrp="1" noChangeArrowheads="1"/>
          </p:cNvSpPr>
          <p:nvPr>
            <p:ph type="ftr" sz="quarter" idx="3"/>
          </p:nvPr>
        </p:nvSpPr>
        <p:spPr bwMode="auto">
          <a:xfrm>
            <a:off x="76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vl1pPr>
          </a:lstStyle>
          <a:p>
            <a:pPr>
              <a:defRPr/>
            </a:pPr>
            <a:r>
              <a:rPr lang="en-US"/>
              <a:t>TCP/IP Protocol Suite</a:t>
            </a:r>
          </a:p>
        </p:txBody>
      </p:sp>
      <p:sp>
        <p:nvSpPr>
          <p:cNvPr id="209933" name="Rectangle 13"/>
          <p:cNvSpPr>
            <a:spLocks noGrp="1" noChangeArrowheads="1"/>
          </p:cNvSpPr>
          <p:nvPr>
            <p:ph type="sldNum" sz="quarter" idx="4"/>
          </p:nvPr>
        </p:nvSpPr>
        <p:spPr bwMode="auto">
          <a:xfrm>
            <a:off x="7042150" y="6243638"/>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400" b="0"/>
            </a:lvl1pPr>
          </a:lstStyle>
          <a:p>
            <a:pPr>
              <a:defRPr/>
            </a:pPr>
            <a:fld id="{B48C4FB0-03F0-45F8-8853-9F38A8F4BB5F}"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04"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Lst>
  <p:hf hdr="0" dt="0"/>
  <p:txStyles>
    <p:titleStyle>
      <a:lvl1pPr algn="l" rtl="0" eaLnBrk="0" fontAlgn="base" hangingPunct="0">
        <a:spcBef>
          <a:spcPct val="0"/>
        </a:spcBef>
        <a:spcAft>
          <a:spcPct val="0"/>
        </a:spcAft>
        <a:defRPr sz="4400" kern="12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defRPr>
      </a:lvl2pPr>
      <a:lvl3pPr algn="l" rtl="0" eaLnBrk="0" fontAlgn="base" hangingPunct="0">
        <a:spcBef>
          <a:spcPct val="0"/>
        </a:spcBef>
        <a:spcAft>
          <a:spcPct val="0"/>
        </a:spcAft>
        <a:defRPr sz="4400">
          <a:solidFill>
            <a:schemeClr val="tx2"/>
          </a:solidFill>
          <a:latin typeface="Tahoma" panose="020B0604030504040204" pitchFamily="34" charset="0"/>
        </a:defRPr>
      </a:lvl3pPr>
      <a:lvl4pPr algn="l" rtl="0" eaLnBrk="0" fontAlgn="base" hangingPunct="0">
        <a:spcBef>
          <a:spcPct val="0"/>
        </a:spcBef>
        <a:spcAft>
          <a:spcPct val="0"/>
        </a:spcAft>
        <a:defRPr sz="4400">
          <a:solidFill>
            <a:schemeClr val="tx2"/>
          </a:solidFill>
          <a:latin typeface="Tahoma" panose="020B0604030504040204" pitchFamily="34" charset="0"/>
        </a:defRPr>
      </a:lvl4pPr>
      <a:lvl5pPr algn="l" rtl="0" eaLnBrk="0" fontAlgn="base" hangingPunct="0">
        <a:spcBef>
          <a:spcPct val="0"/>
        </a:spcBef>
        <a:spcAft>
          <a:spcPct val="0"/>
        </a:spcAft>
        <a:defRPr sz="4400">
          <a:solidFill>
            <a:schemeClr val="tx2"/>
          </a:solidFill>
          <a:latin typeface="Tahoma" panose="020B0604030504040204" pitchFamily="34" charset="0"/>
        </a:defRPr>
      </a:lvl5pPr>
      <a:lvl6pPr marL="457200" algn="l" rtl="0" fontAlgn="base">
        <a:spcBef>
          <a:spcPct val="0"/>
        </a:spcBef>
        <a:spcAft>
          <a:spcPct val="0"/>
        </a:spcAft>
        <a:defRPr sz="4400">
          <a:solidFill>
            <a:schemeClr val="tx2"/>
          </a:solidFill>
          <a:latin typeface="Tahoma" panose="020B0604030504040204" pitchFamily="34" charset="0"/>
        </a:defRPr>
      </a:lvl6pPr>
      <a:lvl7pPr marL="914400" algn="l" rtl="0" fontAlgn="base">
        <a:spcBef>
          <a:spcPct val="0"/>
        </a:spcBef>
        <a:spcAft>
          <a:spcPct val="0"/>
        </a:spcAft>
        <a:defRPr sz="4400">
          <a:solidFill>
            <a:schemeClr val="tx2"/>
          </a:solidFill>
          <a:latin typeface="Tahoma" panose="020B0604030504040204" pitchFamily="34" charset="0"/>
        </a:defRPr>
      </a:lvl7pPr>
      <a:lvl8pPr marL="1371600" algn="l" rtl="0" fontAlgn="base">
        <a:spcBef>
          <a:spcPct val="0"/>
        </a:spcBef>
        <a:spcAft>
          <a:spcPct val="0"/>
        </a:spcAft>
        <a:defRPr sz="4400">
          <a:solidFill>
            <a:schemeClr val="tx2"/>
          </a:solidFill>
          <a:latin typeface="Tahoma" panose="020B0604030504040204" pitchFamily="34" charset="0"/>
        </a:defRPr>
      </a:lvl8pPr>
      <a:lvl9pPr marL="1828800" algn="l" rtl="0" fontAlgn="base">
        <a:spcBef>
          <a:spcPct val="0"/>
        </a:spcBef>
        <a:spcAft>
          <a:spcPct val="0"/>
        </a:spcAft>
        <a:defRPr sz="4400">
          <a:solidFill>
            <a:schemeClr val="tx2"/>
          </a:solidFill>
          <a:latin typeface="Tahoma" panose="020B0604030504040204" pitchFamily="34" charset="0"/>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7.emf"/><Relationship Id="rId5" Type="http://schemas.openxmlformats.org/officeDocument/2006/relationships/image" Target="../media/image6.emf"/><Relationship Id="rId4" Type="http://schemas.openxmlformats.org/officeDocument/2006/relationships/image" Target="../media/image5.emf"/></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Footer Placeholder 1"/>
          <p:cNvSpPr>
            <a:spLocks noGrp="1"/>
          </p:cNvSpPr>
          <p:nvPr>
            <p:ph type="ftr" sz="quarter" idx="10"/>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t>TCP/IP Protocol Suite</a:t>
            </a:r>
          </a:p>
        </p:txBody>
      </p:sp>
      <p:sp>
        <p:nvSpPr>
          <p:cNvPr id="4099" name="Slide Number Placeholder 2"/>
          <p:cNvSpPr>
            <a:spLocks noGrp="1"/>
          </p:cNvSpPr>
          <p:nvPr>
            <p:ph type="sldNum" sz="quarter" idx="11"/>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820C0E7E-A4E1-485F-BB4F-41D3A1911D3B}" type="slidenum">
              <a:rPr lang="en-US" b="0" smtClean="0"/>
              <a:pPr/>
              <a:t>1</a:t>
            </a:fld>
            <a:endParaRPr lang="en-US" b="0"/>
          </a:p>
        </p:txBody>
      </p:sp>
      <p:sp>
        <p:nvSpPr>
          <p:cNvPr id="4100" name="Text Box 2"/>
          <p:cNvSpPr txBox="1">
            <a:spLocks noChangeArrowheads="1"/>
          </p:cNvSpPr>
          <p:nvPr/>
        </p:nvSpPr>
        <p:spPr bwMode="auto">
          <a:xfrm>
            <a:off x="1714500" y="6604000"/>
            <a:ext cx="5656263" cy="25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2833" tIns="51417" rIns="102833" bIns="51417">
            <a:spAutoFit/>
          </a:bodyPr>
          <a:lstStyle>
            <a:lvl1pPr defTabSz="1028700">
              <a:defRPr b="1">
                <a:solidFill>
                  <a:schemeClr val="tx1"/>
                </a:solidFill>
                <a:latin typeface="Tahoma" panose="020B0604030504040204" pitchFamily="34" charset="0"/>
              </a:defRPr>
            </a:lvl1pPr>
            <a:lvl2pPr marL="742950" indent="-285750" defTabSz="1028700">
              <a:defRPr b="1">
                <a:solidFill>
                  <a:schemeClr val="tx1"/>
                </a:solidFill>
                <a:latin typeface="Tahoma" panose="020B0604030504040204" pitchFamily="34" charset="0"/>
              </a:defRPr>
            </a:lvl2pPr>
            <a:lvl3pPr marL="1143000" indent="-228600" defTabSz="1028700">
              <a:defRPr b="1">
                <a:solidFill>
                  <a:schemeClr val="tx1"/>
                </a:solidFill>
                <a:latin typeface="Tahoma" panose="020B0604030504040204" pitchFamily="34" charset="0"/>
              </a:defRPr>
            </a:lvl3pPr>
            <a:lvl4pPr marL="1600200" indent="-228600" defTabSz="1028700">
              <a:defRPr b="1">
                <a:solidFill>
                  <a:schemeClr val="tx1"/>
                </a:solidFill>
                <a:latin typeface="Tahoma" panose="020B0604030504040204" pitchFamily="34" charset="0"/>
              </a:defRPr>
            </a:lvl4pPr>
            <a:lvl5pPr marL="2057400" indent="-228600" defTabSz="1028700">
              <a:defRPr b="1">
                <a:solidFill>
                  <a:schemeClr val="tx1"/>
                </a:solidFill>
                <a:latin typeface="Tahoma" panose="020B0604030504040204" pitchFamily="34" charset="0"/>
              </a:defRPr>
            </a:lvl5pPr>
            <a:lvl6pPr marL="2514600" indent="-228600" defTabSz="1028700" eaLnBrk="0" fontAlgn="base" hangingPunct="0">
              <a:spcBef>
                <a:spcPct val="0"/>
              </a:spcBef>
              <a:spcAft>
                <a:spcPct val="0"/>
              </a:spcAft>
              <a:defRPr b="1">
                <a:solidFill>
                  <a:schemeClr val="tx1"/>
                </a:solidFill>
                <a:latin typeface="Tahoma" panose="020B0604030504040204" pitchFamily="34" charset="0"/>
              </a:defRPr>
            </a:lvl6pPr>
            <a:lvl7pPr marL="2971800" indent="-228600" defTabSz="1028700" eaLnBrk="0" fontAlgn="base" hangingPunct="0">
              <a:spcBef>
                <a:spcPct val="0"/>
              </a:spcBef>
              <a:spcAft>
                <a:spcPct val="0"/>
              </a:spcAft>
              <a:defRPr b="1">
                <a:solidFill>
                  <a:schemeClr val="tx1"/>
                </a:solidFill>
                <a:latin typeface="Tahoma" panose="020B0604030504040204" pitchFamily="34" charset="0"/>
              </a:defRPr>
            </a:lvl7pPr>
            <a:lvl8pPr marL="3429000" indent="-228600" defTabSz="1028700" eaLnBrk="0" fontAlgn="base" hangingPunct="0">
              <a:spcBef>
                <a:spcPct val="0"/>
              </a:spcBef>
              <a:spcAft>
                <a:spcPct val="0"/>
              </a:spcAft>
              <a:defRPr b="1">
                <a:solidFill>
                  <a:schemeClr val="tx1"/>
                </a:solidFill>
                <a:latin typeface="Tahoma" panose="020B0604030504040204" pitchFamily="34" charset="0"/>
              </a:defRPr>
            </a:lvl8pPr>
            <a:lvl9pPr marL="3886200" indent="-228600" defTabSz="1028700" eaLnBrk="0" fontAlgn="base" hangingPunct="0">
              <a:spcBef>
                <a:spcPct val="0"/>
              </a:spcBef>
              <a:spcAft>
                <a:spcPct val="0"/>
              </a:spcAft>
              <a:defRPr b="1">
                <a:solidFill>
                  <a:schemeClr val="tx1"/>
                </a:solidFill>
                <a:latin typeface="Tahoma" panose="020B0604030504040204" pitchFamily="34" charset="0"/>
              </a:defRPr>
            </a:lvl9pPr>
          </a:lstStyle>
          <a:p>
            <a:pPr eaLnBrk="1" hangingPunct="1">
              <a:spcBef>
                <a:spcPct val="50000"/>
              </a:spcBef>
            </a:pPr>
            <a:r>
              <a:rPr lang="en-US" sz="1000" b="0">
                <a:latin typeface="Arial" panose="020B0604020202020204" pitchFamily="34" charset="0"/>
              </a:rPr>
              <a:t>Copyright </a:t>
            </a:r>
            <a:r>
              <a:rPr lang="en-US" sz="1000" b="0">
                <a:latin typeface="Arial" panose="020B0604020202020204" pitchFamily="34" charset="0"/>
                <a:cs typeface="Times New Roman" panose="02020603050405020304" pitchFamily="18" charset="0"/>
              </a:rPr>
              <a:t>© </a:t>
            </a:r>
            <a:r>
              <a:rPr lang="en-US" sz="1000" b="0">
                <a:latin typeface="Arial" panose="020B0604020202020204" pitchFamily="34" charset="0"/>
              </a:rPr>
              <a:t>The McGraw-Hill Companies, Inc. Permission required for reproduction or display.</a:t>
            </a:r>
          </a:p>
        </p:txBody>
      </p:sp>
      <p:sp>
        <p:nvSpPr>
          <p:cNvPr id="4104" name="Text Box 6"/>
          <p:cNvSpPr txBox="1">
            <a:spLocks noChangeArrowheads="1"/>
          </p:cNvSpPr>
          <p:nvPr/>
        </p:nvSpPr>
        <p:spPr bwMode="auto">
          <a:xfrm>
            <a:off x="1828800" y="2895600"/>
            <a:ext cx="4953000" cy="523220"/>
          </a:xfrm>
          <a:prstGeom prst="rect">
            <a:avLst/>
          </a:prstGeom>
          <a:noFill/>
          <a:ln>
            <a:noFill/>
          </a:ln>
          <a:effectLst/>
          <a:extLst>
            <a:ext uri="{909E8E84-426E-40DD-AFC4-6F175D3DCCD1}">
              <a14:hiddenFill xmlns:a14="http://schemas.microsoft.com/office/drawing/2010/main">
                <a:solidFill>
                  <a:schemeClr val="fo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r>
              <a:rPr lang="en-US" sz="2800" dirty="0">
                <a:latin typeface="Times" panose="02020603050405020304" pitchFamily="18" charset="0"/>
              </a:rPr>
              <a:t>Host Configuration: DHCP</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2" name="Footer Placeholder 1"/>
          <p:cNvSpPr>
            <a:spLocks noGrp="1"/>
          </p:cNvSpPr>
          <p:nvPr>
            <p:ph type="ftr" sz="quarter" idx="10"/>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t>TCP/IP Protocol Suite</a:t>
            </a:r>
          </a:p>
        </p:txBody>
      </p:sp>
      <p:sp>
        <p:nvSpPr>
          <p:cNvPr id="10243" name="Slide Number Placeholder 2"/>
          <p:cNvSpPr>
            <a:spLocks noGrp="1"/>
          </p:cNvSpPr>
          <p:nvPr>
            <p:ph type="sldNum" sz="quarter" idx="11"/>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3BFA92C4-D467-4E95-AAAD-C7511864C043}" type="slidenum">
              <a:rPr lang="en-US" b="0" smtClean="0"/>
              <a:pPr/>
              <a:t>2</a:t>
            </a:fld>
            <a:endParaRPr lang="en-US" b="0"/>
          </a:p>
        </p:txBody>
      </p:sp>
      <p:sp>
        <p:nvSpPr>
          <p:cNvPr id="538626" name="Rectangle 2"/>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en-US" sz="3200">
              <a:effectLst>
                <a:outerShdw blurRad="38100" dist="38100" dir="2700000" algn="tl">
                  <a:srgbClr val="FFFFFF"/>
                </a:outerShdw>
              </a:effectLst>
              <a:latin typeface="Times New Roman" panose="02020603050405020304" pitchFamily="18" charset="0"/>
            </a:endParaRPr>
          </a:p>
        </p:txBody>
      </p:sp>
      <p:sp>
        <p:nvSpPr>
          <p:cNvPr id="10245" name="Text Box 3"/>
          <p:cNvSpPr txBox="1">
            <a:spLocks noChangeArrowheads="1"/>
          </p:cNvSpPr>
          <p:nvPr/>
        </p:nvSpPr>
        <p:spPr bwMode="auto">
          <a:xfrm>
            <a:off x="228600" y="355600"/>
            <a:ext cx="4918075" cy="650875"/>
          </a:xfrm>
          <a:prstGeom prst="rect">
            <a:avLst/>
          </a:prstGeom>
          <a:solidFill>
            <a:schemeClr val="folHlink"/>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sz="3600">
                <a:solidFill>
                  <a:schemeClr val="bg1"/>
                </a:solidFill>
                <a:latin typeface="Times" panose="02020603050405020304" pitchFamily="18" charset="0"/>
              </a:rPr>
              <a:t>18-1  INTRODUCTION</a:t>
            </a:r>
          </a:p>
        </p:txBody>
      </p:sp>
      <p:sp>
        <p:nvSpPr>
          <p:cNvPr id="10246" name="Text Box 4"/>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endParaRPr lang="en-US">
              <a:latin typeface="Times New Roman" panose="02020603050405020304" pitchFamily="18" charset="0"/>
            </a:endParaRPr>
          </a:p>
        </p:txBody>
      </p:sp>
      <p:sp>
        <p:nvSpPr>
          <p:cNvPr id="538629" name="Rectangle 5"/>
          <p:cNvSpPr>
            <a:spLocks noChangeArrowheads="1"/>
          </p:cNvSpPr>
          <p:nvPr/>
        </p:nvSpPr>
        <p:spPr bwMode="auto">
          <a:xfrm>
            <a:off x="381000" y="1524000"/>
            <a:ext cx="8534400" cy="4524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defRPr/>
            </a:pPr>
            <a:r>
              <a:rPr lang="en-US" b="0" dirty="0">
                <a:latin typeface="+mn-lt"/>
              </a:rPr>
              <a:t>Each computer that uses the TCP/IP protocol suite needs to know its </a:t>
            </a:r>
            <a:r>
              <a:rPr lang="en-US" b="0" dirty="0">
                <a:solidFill>
                  <a:srgbClr val="FF0000"/>
                </a:solidFill>
                <a:latin typeface="+mn-lt"/>
              </a:rPr>
              <a:t>IP address. </a:t>
            </a:r>
          </a:p>
          <a:p>
            <a:pPr algn="just">
              <a:defRPr/>
            </a:pPr>
            <a:endParaRPr lang="en-US" b="0" dirty="0">
              <a:latin typeface="+mn-lt"/>
            </a:endParaRPr>
          </a:p>
          <a:p>
            <a:pPr algn="just">
              <a:defRPr/>
            </a:pPr>
            <a:r>
              <a:rPr lang="en-US" b="0" dirty="0">
                <a:latin typeface="+mn-lt"/>
              </a:rPr>
              <a:t>If the computer uses classless addressing or is a member of a subnet, it also needs to know its </a:t>
            </a:r>
            <a:r>
              <a:rPr lang="en-US" b="0" dirty="0">
                <a:solidFill>
                  <a:srgbClr val="FF0000"/>
                </a:solidFill>
                <a:latin typeface="+mn-lt"/>
              </a:rPr>
              <a:t>subnet mask. </a:t>
            </a:r>
          </a:p>
          <a:p>
            <a:pPr algn="just">
              <a:defRPr/>
            </a:pPr>
            <a:endParaRPr lang="en-US" b="0" dirty="0">
              <a:latin typeface="+mn-lt"/>
            </a:endParaRPr>
          </a:p>
          <a:p>
            <a:pPr algn="just">
              <a:defRPr/>
            </a:pPr>
            <a:r>
              <a:rPr lang="en-US" b="0" dirty="0">
                <a:latin typeface="+mn-lt"/>
              </a:rPr>
              <a:t>Most computers today need </a:t>
            </a:r>
            <a:r>
              <a:rPr lang="en-US" b="0" dirty="0">
                <a:solidFill>
                  <a:srgbClr val="FF0000"/>
                </a:solidFill>
                <a:latin typeface="+mn-lt"/>
              </a:rPr>
              <a:t>two other pieces of information</a:t>
            </a:r>
            <a:r>
              <a:rPr lang="en-US" b="0" dirty="0">
                <a:latin typeface="+mn-lt"/>
              </a:rPr>
              <a:t>: </a:t>
            </a:r>
          </a:p>
          <a:p>
            <a:pPr marL="342900" indent="-342900" algn="just">
              <a:buFont typeface="Arial" panose="020B0604020202020204" pitchFamily="34" charset="0"/>
              <a:buChar char="•"/>
              <a:defRPr/>
            </a:pPr>
            <a:r>
              <a:rPr lang="en-US" b="0" dirty="0">
                <a:latin typeface="+mn-lt"/>
              </a:rPr>
              <a:t>address of a </a:t>
            </a:r>
            <a:r>
              <a:rPr lang="en-US" b="0" dirty="0">
                <a:solidFill>
                  <a:srgbClr val="FF0000"/>
                </a:solidFill>
                <a:latin typeface="+mn-lt"/>
              </a:rPr>
              <a:t>default router </a:t>
            </a:r>
            <a:r>
              <a:rPr lang="en-US" b="0" dirty="0">
                <a:latin typeface="+mn-lt"/>
              </a:rPr>
              <a:t>to be able to communicate with other networks and </a:t>
            </a:r>
          </a:p>
          <a:p>
            <a:pPr marL="342900" indent="-342900" algn="just">
              <a:buFont typeface="Arial" panose="020B0604020202020204" pitchFamily="34" charset="0"/>
              <a:buChar char="•"/>
              <a:defRPr/>
            </a:pPr>
            <a:r>
              <a:rPr lang="en-US" b="0" dirty="0">
                <a:solidFill>
                  <a:srgbClr val="FF0000"/>
                </a:solidFill>
                <a:latin typeface="+mn-lt"/>
              </a:rPr>
              <a:t>address of a name server </a:t>
            </a:r>
            <a:r>
              <a:rPr lang="en-US" b="0" dirty="0">
                <a:latin typeface="+mn-lt"/>
              </a:rPr>
              <a:t>to be able to use names instead of addresses. </a:t>
            </a:r>
          </a:p>
          <a:p>
            <a:pPr algn="just">
              <a:defRPr/>
            </a:pPr>
            <a:endParaRPr lang="en-US" b="0" dirty="0">
              <a:latin typeface="+mn-lt"/>
            </a:endParaRPr>
          </a:p>
          <a:p>
            <a:pPr algn="just">
              <a:defRPr/>
            </a:pPr>
            <a:endParaRPr lang="en-US" b="0" dirty="0">
              <a:latin typeface="+mn-lt"/>
            </a:endParaRPr>
          </a:p>
          <a:p>
            <a:pPr algn="just">
              <a:defRPr/>
            </a:pPr>
            <a:r>
              <a:rPr lang="en-US" b="0" dirty="0">
                <a:solidFill>
                  <a:srgbClr val="FF0000"/>
                </a:solidFill>
                <a:latin typeface="+mn-lt"/>
              </a:rPr>
              <a:t>Four pieces of information are normally needed</a:t>
            </a:r>
            <a:r>
              <a:rPr lang="en-US" b="0" dirty="0">
                <a:latin typeface="+mn-lt"/>
              </a:rPr>
              <a:t>. </a:t>
            </a:r>
          </a:p>
          <a:p>
            <a:pPr algn="just">
              <a:defRPr/>
            </a:pPr>
            <a:endParaRPr lang="en-US" b="0" dirty="0">
              <a:latin typeface="+mn-lt"/>
            </a:endParaRPr>
          </a:p>
          <a:p>
            <a:pPr marL="342900" indent="-342900" algn="just">
              <a:buFontTx/>
              <a:buAutoNum type="arabicPeriod"/>
              <a:defRPr/>
            </a:pPr>
            <a:r>
              <a:rPr lang="en-US" b="0" dirty="0"/>
              <a:t>The IP address of the computer </a:t>
            </a:r>
          </a:p>
          <a:p>
            <a:pPr marL="342900" indent="-342900" algn="just">
              <a:buFontTx/>
              <a:buAutoNum type="arabicPeriod"/>
              <a:defRPr/>
            </a:pPr>
            <a:r>
              <a:rPr lang="en-US" b="0" dirty="0"/>
              <a:t>The subnet mask of the computer </a:t>
            </a:r>
          </a:p>
          <a:p>
            <a:pPr marL="342900" indent="-342900" algn="just">
              <a:buFontTx/>
              <a:buAutoNum type="arabicPeriod"/>
              <a:defRPr/>
            </a:pPr>
            <a:r>
              <a:rPr lang="en-US" b="0" dirty="0"/>
              <a:t>The IP address of a router </a:t>
            </a:r>
          </a:p>
          <a:p>
            <a:pPr marL="342900" indent="-342900" algn="just">
              <a:buFontTx/>
              <a:buAutoNum type="arabicPeriod"/>
              <a:defRPr/>
            </a:pPr>
            <a:r>
              <a:rPr lang="en-US" b="0" dirty="0"/>
              <a:t>The IP address of a name server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Footer Placeholder 1"/>
          <p:cNvSpPr>
            <a:spLocks noGrp="1"/>
          </p:cNvSpPr>
          <p:nvPr>
            <p:ph type="ftr" sz="quarter" idx="10"/>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t>TCP/IP Protocol Suite</a:t>
            </a:r>
          </a:p>
        </p:txBody>
      </p:sp>
      <p:sp>
        <p:nvSpPr>
          <p:cNvPr id="12291" name="Slide Number Placeholder 2"/>
          <p:cNvSpPr>
            <a:spLocks noGrp="1"/>
          </p:cNvSpPr>
          <p:nvPr>
            <p:ph type="sldNum" sz="quarter" idx="11"/>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00FD5CAC-F1F0-4C4F-B7E3-0A57161D7AA2}" type="slidenum">
              <a:rPr lang="en-US" b="0" smtClean="0"/>
              <a:pPr/>
              <a:t>3</a:t>
            </a:fld>
            <a:endParaRPr lang="en-US" b="0"/>
          </a:p>
        </p:txBody>
      </p:sp>
      <p:sp>
        <p:nvSpPr>
          <p:cNvPr id="12292" name="Rectangle 3"/>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12293"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12294" name="Rectangle 5"/>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12295"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12296"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12297" name="Rectangle 8"/>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12298"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12299" name="Rectangle 1"/>
          <p:cNvSpPr>
            <a:spLocks noChangeArrowheads="1"/>
          </p:cNvSpPr>
          <p:nvPr/>
        </p:nvSpPr>
        <p:spPr bwMode="auto">
          <a:xfrm>
            <a:off x="327025" y="1212850"/>
            <a:ext cx="8458200"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just"/>
            <a:r>
              <a:rPr lang="en-US" b="0" dirty="0"/>
              <a:t>These four pieces of information can be stored in a configuration file and accessed by the computer during the bootstrap process. </a:t>
            </a:r>
          </a:p>
          <a:p>
            <a:pPr algn="just"/>
            <a:endParaRPr lang="en-US" b="0" dirty="0"/>
          </a:p>
          <a:p>
            <a:pPr algn="just"/>
            <a:endParaRPr lang="en-US" b="0" dirty="0"/>
          </a:p>
          <a:p>
            <a:pPr algn="just"/>
            <a:r>
              <a:rPr lang="en-US" b="0" dirty="0"/>
              <a:t>What about a diskless workstation or a computer with a disk that is booted for the first time?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Footer Placeholder 1"/>
          <p:cNvSpPr>
            <a:spLocks noGrp="1"/>
          </p:cNvSpPr>
          <p:nvPr>
            <p:ph type="ftr" sz="quarter" idx="10"/>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t>TCP/IP Protocol Suite</a:t>
            </a:r>
          </a:p>
        </p:txBody>
      </p:sp>
      <p:sp>
        <p:nvSpPr>
          <p:cNvPr id="20483" name="Slide Number Placeholder 2"/>
          <p:cNvSpPr>
            <a:spLocks noGrp="1"/>
          </p:cNvSpPr>
          <p:nvPr>
            <p:ph type="sldNum" sz="quarter" idx="11"/>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D34314E8-037D-4692-BC64-D03A3720C0A5}" type="slidenum">
              <a:rPr lang="en-US" b="0" smtClean="0"/>
              <a:pPr/>
              <a:t>4</a:t>
            </a:fld>
            <a:endParaRPr lang="en-US" b="0"/>
          </a:p>
        </p:txBody>
      </p:sp>
      <p:sp>
        <p:nvSpPr>
          <p:cNvPr id="20484" name="Rectangle 3"/>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20485"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20486" name="Rectangle 5"/>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20487"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20488"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20489" name="Rectangle 8"/>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20490"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20491" name="Rectangle 1"/>
          <p:cNvSpPr>
            <a:spLocks noChangeArrowheads="1"/>
          </p:cNvSpPr>
          <p:nvPr/>
        </p:nvSpPr>
        <p:spPr bwMode="auto">
          <a:xfrm>
            <a:off x="442913" y="1304925"/>
            <a:ext cx="8320087"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just"/>
            <a:r>
              <a:rPr lang="en-US" b="0"/>
              <a:t>The Dynamic Host Configuration Protocol (DHCP) is a client/server protocol designed to provide the four pieces of information for a diskless computer or a computer that is booted for the first time. </a:t>
            </a:r>
          </a:p>
        </p:txBody>
      </p:sp>
      <p:sp>
        <p:nvSpPr>
          <p:cNvPr id="20492" name="Rectangle 2"/>
          <p:cNvSpPr>
            <a:spLocks noChangeArrowheads="1"/>
          </p:cNvSpPr>
          <p:nvPr/>
        </p:nvSpPr>
        <p:spPr bwMode="auto">
          <a:xfrm>
            <a:off x="1309688" y="635000"/>
            <a:ext cx="8413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t>DHCP</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30" name="Footer Placeholder 1"/>
          <p:cNvSpPr>
            <a:spLocks noGrp="1"/>
          </p:cNvSpPr>
          <p:nvPr>
            <p:ph type="ftr" sz="quarter" idx="10"/>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t>TCP/IP Protocol Suite</a:t>
            </a:r>
          </a:p>
        </p:txBody>
      </p:sp>
      <p:sp>
        <p:nvSpPr>
          <p:cNvPr id="22531" name="Slide Number Placeholder 2"/>
          <p:cNvSpPr>
            <a:spLocks noGrp="1"/>
          </p:cNvSpPr>
          <p:nvPr>
            <p:ph type="sldNum" sz="quarter" idx="11"/>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C4258A1B-F88B-462A-88C4-0B69E81EED43}" type="slidenum">
              <a:rPr lang="en-US" b="0" smtClean="0"/>
              <a:pPr/>
              <a:t>5</a:t>
            </a:fld>
            <a:endParaRPr lang="en-US" b="0"/>
          </a:p>
        </p:txBody>
      </p:sp>
      <p:sp>
        <p:nvSpPr>
          <p:cNvPr id="548866" name="Rectangle 2"/>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en-US" sz="3200">
              <a:effectLst>
                <a:outerShdw blurRad="38100" dist="38100" dir="2700000" algn="tl">
                  <a:srgbClr val="FFFFFF"/>
                </a:outerShdw>
              </a:effectLst>
              <a:latin typeface="Times New Roman" panose="02020603050405020304" pitchFamily="18" charset="0"/>
            </a:endParaRPr>
          </a:p>
        </p:txBody>
      </p:sp>
      <p:sp>
        <p:nvSpPr>
          <p:cNvPr id="22533" name="Text Box 3"/>
          <p:cNvSpPr txBox="1">
            <a:spLocks noChangeArrowheads="1"/>
          </p:cNvSpPr>
          <p:nvPr/>
        </p:nvSpPr>
        <p:spPr bwMode="auto">
          <a:xfrm>
            <a:off x="228600" y="355600"/>
            <a:ext cx="5438775" cy="650875"/>
          </a:xfrm>
          <a:prstGeom prst="rect">
            <a:avLst/>
          </a:prstGeom>
          <a:solidFill>
            <a:schemeClr val="folHlink"/>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sz="3600">
                <a:solidFill>
                  <a:schemeClr val="bg1"/>
                </a:solidFill>
                <a:latin typeface="Times" panose="02020603050405020304" pitchFamily="18" charset="0"/>
              </a:rPr>
              <a:t>18-2  DHCP OPERATION</a:t>
            </a:r>
          </a:p>
        </p:txBody>
      </p:sp>
      <p:sp>
        <p:nvSpPr>
          <p:cNvPr id="22534" name="Text Box 4"/>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endParaRPr lang="en-US">
              <a:latin typeface="Times New Roman" panose="02020603050405020304" pitchFamily="18" charset="0"/>
            </a:endParaRPr>
          </a:p>
        </p:txBody>
      </p:sp>
      <p:sp>
        <p:nvSpPr>
          <p:cNvPr id="548869" name="Rectangle 5"/>
          <p:cNvSpPr>
            <a:spLocks noChangeArrowheads="1"/>
          </p:cNvSpPr>
          <p:nvPr/>
        </p:nvSpPr>
        <p:spPr bwMode="auto">
          <a:xfrm>
            <a:off x="381000" y="1524000"/>
            <a:ext cx="8534400" cy="708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defRPr/>
            </a:pPr>
            <a:r>
              <a:rPr lang="en-US" sz="2000" b="0" dirty="0">
                <a:latin typeface="+mn-lt"/>
              </a:rPr>
              <a:t>The DHCP client and server can either be on the same network or on different networks.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Footer Placeholder 1"/>
          <p:cNvSpPr>
            <a:spLocks noGrp="1"/>
          </p:cNvSpPr>
          <p:nvPr>
            <p:ph type="ftr" sz="quarter" idx="10"/>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t>TCP/IP Protocol Suite</a:t>
            </a:r>
          </a:p>
        </p:txBody>
      </p:sp>
      <p:sp>
        <p:nvSpPr>
          <p:cNvPr id="26627" name="Slide Number Placeholder 2"/>
          <p:cNvSpPr>
            <a:spLocks noGrp="1"/>
          </p:cNvSpPr>
          <p:nvPr>
            <p:ph type="sldNum" sz="quarter" idx="11"/>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6E43087C-864D-416D-A447-D7D921392CEF}" type="slidenum">
              <a:rPr lang="en-US" b="0" smtClean="0"/>
              <a:pPr/>
              <a:t>6</a:t>
            </a:fld>
            <a:endParaRPr lang="en-US" b="0"/>
          </a:p>
        </p:txBody>
      </p:sp>
      <p:sp>
        <p:nvSpPr>
          <p:cNvPr id="26628" name="Rectangle 3"/>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26629"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26630" name="Rectangle 5"/>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26631"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26632"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26633" name="Rectangle 8"/>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26634"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26635" name="Rectangle 1"/>
          <p:cNvSpPr>
            <a:spLocks noChangeArrowheads="1"/>
          </p:cNvSpPr>
          <p:nvPr/>
        </p:nvSpPr>
        <p:spPr bwMode="auto">
          <a:xfrm>
            <a:off x="366713" y="1301750"/>
            <a:ext cx="8580437"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just"/>
            <a:r>
              <a:rPr lang="en-US" sz="2000" b="0"/>
              <a:t>Although the practice is not very common, the administrator may put the client and the server on the same network.</a:t>
            </a:r>
          </a:p>
        </p:txBody>
      </p:sp>
      <p:sp>
        <p:nvSpPr>
          <p:cNvPr id="26636" name="Rectangle 2"/>
          <p:cNvSpPr>
            <a:spLocks noChangeArrowheads="1"/>
          </p:cNvSpPr>
          <p:nvPr/>
        </p:nvSpPr>
        <p:spPr bwMode="auto">
          <a:xfrm>
            <a:off x="1417638" y="635000"/>
            <a:ext cx="19589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t>Same Network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Footer Placeholder 1"/>
          <p:cNvSpPr>
            <a:spLocks noGrp="1"/>
          </p:cNvSpPr>
          <p:nvPr>
            <p:ph type="ftr" sz="quarter" idx="10"/>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t>TCP/IP Protocol Suite</a:t>
            </a:r>
          </a:p>
        </p:txBody>
      </p:sp>
      <p:sp>
        <p:nvSpPr>
          <p:cNvPr id="28675" name="Slide Number Placeholder 2"/>
          <p:cNvSpPr>
            <a:spLocks noGrp="1"/>
          </p:cNvSpPr>
          <p:nvPr>
            <p:ph type="sldNum" sz="quarter" idx="11"/>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9ED2E3DD-1A88-4C3C-9F27-241CFF95AB18}" type="slidenum">
              <a:rPr lang="en-US" b="0" smtClean="0"/>
              <a:pPr/>
              <a:t>7</a:t>
            </a:fld>
            <a:endParaRPr lang="en-US" b="0"/>
          </a:p>
        </p:txBody>
      </p:sp>
      <p:sp>
        <p:nvSpPr>
          <p:cNvPr id="28676" name="Text Box 2"/>
          <p:cNvSpPr txBox="1">
            <a:spLocks noChangeArrowheads="1"/>
          </p:cNvSpPr>
          <p:nvPr/>
        </p:nvSpPr>
        <p:spPr bwMode="auto">
          <a:xfrm>
            <a:off x="990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solidFill>
                  <a:srgbClr val="0000FF"/>
                </a:solidFill>
                <a:latin typeface="Times New Roman" panose="02020603050405020304" pitchFamily="18" charset="0"/>
              </a:rPr>
              <a:t>Figure 18.1</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Client and server on the same network</a:t>
            </a:r>
          </a:p>
        </p:txBody>
      </p:sp>
      <p:sp>
        <p:nvSpPr>
          <p:cNvPr id="28677" name="Rectangle 3"/>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28678"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28679" name="Rectangle 5"/>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28680"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28681"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28682" name="Rectangle 8"/>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28683"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pic>
        <p:nvPicPr>
          <p:cNvPr id="28684" name="Picture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143000"/>
            <a:ext cx="8135938" cy="2684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75149" name="Picture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3733800"/>
            <a:ext cx="2760663" cy="752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75150" name="Picture 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68988" y="4570413"/>
            <a:ext cx="2741612" cy="763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3" presetClass="path" presetSubtype="0" accel="50000" decel="50000" fill="hold" nodeType="clickEffect">
                                  <p:stCondLst>
                                    <p:cond delay="0"/>
                                  </p:stCondLst>
                                  <p:childTnLst>
                                    <p:animMotion origin="layout" path="M -4.72222E-6 4.44444E-6 L 0.57414 0.00069 " pathEditMode="fixed" rAng="0" ptsTypes="AA">
                                      <p:cBhvr>
                                        <p:cTn id="6" dur="2000" fill="hold"/>
                                        <p:tgtEl>
                                          <p:spTgt spid="475149"/>
                                        </p:tgtEl>
                                        <p:attrNameLst>
                                          <p:attrName>ppt_x</p:attrName>
                                          <p:attrName>ppt_y</p:attrName>
                                        </p:attrNameLst>
                                      </p:cBhvr>
                                      <p:rCtr x="28698" y="23"/>
                                    </p:animMotion>
                                  </p:childTnLst>
                                </p:cTn>
                              </p:par>
                            </p:childTnLst>
                          </p:cTn>
                        </p:par>
                      </p:childTnLst>
                    </p:cTn>
                  </p:par>
                  <p:par>
                    <p:cTn id="7" fill="hold" nodeType="clickPar">
                      <p:stCondLst>
                        <p:cond delay="indefinite"/>
                      </p:stCondLst>
                      <p:childTnLst>
                        <p:par>
                          <p:cTn id="8" fill="hold" nodeType="withGroup">
                            <p:stCondLst>
                              <p:cond delay="0"/>
                            </p:stCondLst>
                            <p:childTnLst>
                              <p:par>
                                <p:cTn id="9" presetID="35" presetClass="path" presetSubtype="0" accel="50000" decel="50000" fill="hold" nodeType="clickEffect">
                                  <p:stCondLst>
                                    <p:cond delay="0"/>
                                  </p:stCondLst>
                                  <p:childTnLst>
                                    <p:animMotion origin="layout" path="M 0.09166 0.00023 L -0.61667 0.00023 " pathEditMode="relative" rAng="0" ptsTypes="AA">
                                      <p:cBhvr>
                                        <p:cTn id="10" dur="2000" fill="hold"/>
                                        <p:tgtEl>
                                          <p:spTgt spid="475150"/>
                                        </p:tgtEl>
                                        <p:attrNameLst>
                                          <p:attrName>ppt_x</p:attrName>
                                          <p:attrName>ppt_y</p:attrName>
                                        </p:attrNameLst>
                                      </p:cBhvr>
                                      <p:rCtr x="-35417"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Footer Placeholder 1"/>
          <p:cNvSpPr>
            <a:spLocks noGrp="1"/>
          </p:cNvSpPr>
          <p:nvPr>
            <p:ph type="ftr" sz="quarter" idx="10"/>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t>TCP/IP Protocol Suite</a:t>
            </a:r>
          </a:p>
        </p:txBody>
      </p:sp>
      <p:sp>
        <p:nvSpPr>
          <p:cNvPr id="30723" name="Slide Number Placeholder 2"/>
          <p:cNvSpPr>
            <a:spLocks noGrp="1"/>
          </p:cNvSpPr>
          <p:nvPr>
            <p:ph type="sldNum" sz="quarter" idx="11"/>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76907ADA-BD62-4073-A68B-A0F59C304F50}" type="slidenum">
              <a:rPr lang="en-US" b="0" smtClean="0"/>
              <a:pPr/>
              <a:t>8</a:t>
            </a:fld>
            <a:endParaRPr lang="en-US" b="0"/>
          </a:p>
        </p:txBody>
      </p:sp>
      <p:sp>
        <p:nvSpPr>
          <p:cNvPr id="30724" name="Rectangle 3"/>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30725"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30726" name="Rectangle 5"/>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30727"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30728"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30729" name="Rectangle 8"/>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30730"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2" name="Rectangle 1"/>
          <p:cNvSpPr/>
          <p:nvPr/>
        </p:nvSpPr>
        <p:spPr>
          <a:xfrm>
            <a:off x="265113" y="1114425"/>
            <a:ext cx="8580437" cy="3354388"/>
          </a:xfrm>
          <a:prstGeom prst="rect">
            <a:avLst/>
          </a:prstGeom>
        </p:spPr>
        <p:txBody>
          <a:bodyPr>
            <a:spAutoFit/>
          </a:bodyPr>
          <a:lstStyle/>
          <a:p>
            <a:pPr algn="just">
              <a:defRPr/>
            </a:pPr>
            <a:r>
              <a:rPr lang="en-US" b="0" dirty="0"/>
              <a:t>The operation can be described as follows: </a:t>
            </a:r>
          </a:p>
          <a:p>
            <a:pPr algn="just">
              <a:defRPr/>
            </a:pPr>
            <a:endParaRPr lang="en-US" b="0" dirty="0"/>
          </a:p>
          <a:p>
            <a:pPr marL="342900" indent="-342900" algn="just">
              <a:buFontTx/>
              <a:buAutoNum type="arabicPeriod"/>
              <a:defRPr/>
            </a:pPr>
            <a:r>
              <a:rPr lang="en-US" sz="1600" b="0" dirty="0"/>
              <a:t>DHCP server issues a passive open command on UDP port number 67 and waits for a client. </a:t>
            </a:r>
          </a:p>
          <a:p>
            <a:pPr marL="342900" indent="-342900" algn="just">
              <a:buFontTx/>
              <a:buAutoNum type="arabicPeriod"/>
              <a:defRPr/>
            </a:pPr>
            <a:endParaRPr lang="en-US" sz="1600" b="0" dirty="0"/>
          </a:p>
          <a:p>
            <a:pPr marL="342900" indent="-342900" algn="just">
              <a:buFontTx/>
              <a:buAutoNum type="arabicPeriod"/>
              <a:defRPr/>
            </a:pPr>
            <a:r>
              <a:rPr lang="en-US" sz="1600" b="0" dirty="0"/>
              <a:t> A booted client issues an active open command on port number 68. The message is encapsulated in a UDP user datagram, using the destination port number 67 and the source port number 68. </a:t>
            </a:r>
            <a:r>
              <a:rPr lang="en-US" sz="1600" b="0" dirty="0">
                <a:solidFill>
                  <a:srgbClr val="FF0000"/>
                </a:solidFill>
              </a:rPr>
              <a:t>The client uses all 0s as the source address and all 1s as the destination address. </a:t>
            </a:r>
          </a:p>
          <a:p>
            <a:pPr marL="342900" indent="-342900" algn="just">
              <a:buFontTx/>
              <a:buAutoNum type="arabicPeriod"/>
              <a:defRPr/>
            </a:pPr>
            <a:endParaRPr lang="en-US" sz="1600" b="0" dirty="0">
              <a:solidFill>
                <a:srgbClr val="FF0000"/>
              </a:solidFill>
            </a:endParaRPr>
          </a:p>
          <a:p>
            <a:pPr marL="342900" indent="-342900" algn="just">
              <a:buFontTx/>
              <a:buAutoNum type="arabicPeriod"/>
              <a:defRPr/>
            </a:pPr>
            <a:r>
              <a:rPr lang="en-US" sz="1600" b="0" dirty="0"/>
              <a:t>The server responds with either a broadcast or a unicast message using UDP source port number 67 and destination port number 68. The response can be unicast because the server knows the IP address of the client.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Footer Placeholder 1"/>
          <p:cNvSpPr>
            <a:spLocks noGrp="1"/>
          </p:cNvSpPr>
          <p:nvPr>
            <p:ph type="ftr" sz="quarter" idx="10"/>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t>TCP/IP Protocol Suite</a:t>
            </a:r>
          </a:p>
        </p:txBody>
      </p:sp>
      <p:sp>
        <p:nvSpPr>
          <p:cNvPr id="32771" name="Slide Number Placeholder 2"/>
          <p:cNvSpPr>
            <a:spLocks noGrp="1"/>
          </p:cNvSpPr>
          <p:nvPr>
            <p:ph type="sldNum" sz="quarter" idx="11"/>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904E0507-57C9-47C8-9D30-0124248334FD}" type="slidenum">
              <a:rPr lang="en-US" b="0" smtClean="0"/>
              <a:pPr/>
              <a:t>9</a:t>
            </a:fld>
            <a:endParaRPr lang="en-US" b="0"/>
          </a:p>
        </p:txBody>
      </p:sp>
      <p:sp>
        <p:nvSpPr>
          <p:cNvPr id="32772" name="Rectangle 3"/>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32773"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32774" name="Rectangle 5"/>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32775"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32776"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32777" name="Rectangle 8"/>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32778"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32779" name="Rectangle 1"/>
          <p:cNvSpPr>
            <a:spLocks noChangeArrowheads="1"/>
          </p:cNvSpPr>
          <p:nvPr/>
        </p:nvSpPr>
        <p:spPr bwMode="auto">
          <a:xfrm>
            <a:off x="323850" y="1160463"/>
            <a:ext cx="8345488"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just"/>
            <a:r>
              <a:rPr lang="en-US" b="0" dirty="0"/>
              <a:t>client can be in one network and the server in another, separated by several other networks. </a:t>
            </a:r>
          </a:p>
          <a:p>
            <a:pPr algn="just"/>
            <a:endParaRPr lang="en-US" b="0" dirty="0"/>
          </a:p>
          <a:p>
            <a:pPr algn="just"/>
            <a:r>
              <a:rPr lang="en-US" b="0" dirty="0"/>
              <a:t>However, there is one problem that must be solved. </a:t>
            </a:r>
          </a:p>
          <a:p>
            <a:pPr algn="just"/>
            <a:endParaRPr lang="en-US" b="0" dirty="0"/>
          </a:p>
          <a:p>
            <a:pPr algn="just"/>
            <a:r>
              <a:rPr lang="en-US" b="0" dirty="0"/>
              <a:t>The DHCP request is broadcast because the client does not know the IP address of the server. </a:t>
            </a:r>
          </a:p>
          <a:p>
            <a:pPr algn="just"/>
            <a:endParaRPr lang="en-US" b="0" dirty="0"/>
          </a:p>
          <a:p>
            <a:pPr algn="just"/>
            <a:r>
              <a:rPr lang="en-US" b="0" dirty="0"/>
              <a:t>A broadcast IP datagram cannot pass through any router.</a:t>
            </a:r>
          </a:p>
          <a:p>
            <a:pPr algn="just"/>
            <a:endParaRPr lang="en-US" b="0" dirty="0"/>
          </a:p>
          <a:p>
            <a:pPr algn="just"/>
            <a:r>
              <a:rPr lang="en-US" b="0" dirty="0">
                <a:solidFill>
                  <a:srgbClr val="FF0000"/>
                </a:solidFill>
              </a:rPr>
              <a:t> A router receiving such a packet discards it. an IP address of all 1s is a limited broadcast address.</a:t>
            </a:r>
          </a:p>
        </p:txBody>
      </p:sp>
      <p:sp>
        <p:nvSpPr>
          <p:cNvPr id="32780" name="Rectangle 2"/>
          <p:cNvSpPr>
            <a:spLocks noChangeArrowheads="1"/>
          </p:cNvSpPr>
          <p:nvPr/>
        </p:nvSpPr>
        <p:spPr bwMode="auto">
          <a:xfrm>
            <a:off x="1284288" y="635000"/>
            <a:ext cx="247491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t>Different Networks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Footer Placeholder 1"/>
          <p:cNvSpPr>
            <a:spLocks noGrp="1"/>
          </p:cNvSpPr>
          <p:nvPr>
            <p:ph type="ftr" sz="quarter" idx="10"/>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t>TCP/IP Protocol Suite</a:t>
            </a:r>
          </a:p>
        </p:txBody>
      </p:sp>
      <p:sp>
        <p:nvSpPr>
          <p:cNvPr id="34819" name="Slide Number Placeholder 2"/>
          <p:cNvSpPr>
            <a:spLocks noGrp="1"/>
          </p:cNvSpPr>
          <p:nvPr>
            <p:ph type="sldNum" sz="quarter" idx="11"/>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92F203AC-EA4B-44DF-84AD-1F197FC0E618}" type="slidenum">
              <a:rPr lang="en-US" b="0" smtClean="0"/>
              <a:pPr/>
              <a:t>10</a:t>
            </a:fld>
            <a:endParaRPr lang="en-US" b="0"/>
          </a:p>
        </p:txBody>
      </p:sp>
      <p:sp>
        <p:nvSpPr>
          <p:cNvPr id="34820" name="Rectangle 3"/>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34821"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34822" name="Rectangle 5"/>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34823"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34824"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34825" name="Rectangle 8"/>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34826"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34827" name="Rectangle 1"/>
          <p:cNvSpPr>
            <a:spLocks noChangeArrowheads="1"/>
          </p:cNvSpPr>
          <p:nvPr/>
        </p:nvSpPr>
        <p:spPr bwMode="auto">
          <a:xfrm>
            <a:off x="228601" y="1335088"/>
            <a:ext cx="8718550"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just"/>
            <a:r>
              <a:rPr lang="en-US" sz="1600" b="0" dirty="0"/>
              <a:t>To solve the problem, there is a need for an intermediary. </a:t>
            </a:r>
          </a:p>
          <a:p>
            <a:pPr algn="just"/>
            <a:endParaRPr lang="en-US" sz="1600" b="0" dirty="0"/>
          </a:p>
          <a:p>
            <a:pPr algn="just"/>
            <a:r>
              <a:rPr lang="en-US" sz="1600" b="0" dirty="0"/>
              <a:t>One of the hosts (or a router that can be configured to operate at the application layer) can be used as a relay. </a:t>
            </a:r>
            <a:r>
              <a:rPr lang="en-US" sz="1600" b="0" dirty="0">
                <a:solidFill>
                  <a:srgbClr val="FF0000"/>
                </a:solidFill>
              </a:rPr>
              <a:t>The host in this case is called a relay agent. </a:t>
            </a:r>
          </a:p>
          <a:p>
            <a:pPr algn="just"/>
            <a:endParaRPr lang="en-US" sz="1600" b="0" dirty="0">
              <a:solidFill>
                <a:srgbClr val="FF0000"/>
              </a:solidFill>
            </a:endParaRPr>
          </a:p>
          <a:p>
            <a:pPr algn="just"/>
            <a:r>
              <a:rPr lang="en-US" sz="1600" b="0" dirty="0">
                <a:solidFill>
                  <a:srgbClr val="FF0000"/>
                </a:solidFill>
              </a:rPr>
              <a:t>Relay agent knows unicast address of a DHCP server and listens for broadcast messages on port 67. </a:t>
            </a:r>
          </a:p>
          <a:p>
            <a:pPr algn="just"/>
            <a:endParaRPr lang="en-US" sz="1600" b="0" dirty="0"/>
          </a:p>
          <a:p>
            <a:pPr algn="just"/>
            <a:r>
              <a:rPr lang="en-US" sz="1600" b="0" dirty="0"/>
              <a:t>When it receives this type of packet, it encapsulates the message in a unicast datagram and sends the request to the DHCP server. </a:t>
            </a:r>
          </a:p>
          <a:p>
            <a:pPr algn="just"/>
            <a:endParaRPr lang="en-US" sz="1600" b="0" dirty="0"/>
          </a:p>
          <a:p>
            <a:pPr algn="just"/>
            <a:r>
              <a:rPr lang="en-US" sz="1600" b="0" dirty="0"/>
              <a:t>The packet, carrying a unicast destination address, is routed by any router and reaches the DHCP server. </a:t>
            </a:r>
          </a:p>
          <a:p>
            <a:pPr algn="just"/>
            <a:endParaRPr lang="en-US" sz="1600" b="0" dirty="0"/>
          </a:p>
          <a:p>
            <a:pPr algn="just"/>
            <a:r>
              <a:rPr lang="en-US" sz="1600" b="0" dirty="0"/>
              <a:t>The DHCP server knows the message comes from a relay agent because one of the fields in the request message defines the IP address of the relay agent. </a:t>
            </a:r>
          </a:p>
          <a:p>
            <a:pPr algn="just"/>
            <a:endParaRPr lang="en-US" sz="1600" b="0" dirty="0"/>
          </a:p>
          <a:p>
            <a:pPr algn="just"/>
            <a:r>
              <a:rPr lang="en-US" sz="1600" b="0" dirty="0"/>
              <a:t>The relay agent, after receiving the reply, sends it to the DHCP client.</a:t>
            </a:r>
          </a:p>
        </p:txBody>
      </p:sp>
      <p:sp>
        <p:nvSpPr>
          <p:cNvPr id="34828" name="Rectangle 12"/>
          <p:cNvSpPr>
            <a:spLocks noChangeArrowheads="1"/>
          </p:cNvSpPr>
          <p:nvPr/>
        </p:nvSpPr>
        <p:spPr bwMode="auto">
          <a:xfrm>
            <a:off x="1284288" y="635000"/>
            <a:ext cx="333851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t>Different Networks (contd)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Footer Placeholder 1"/>
          <p:cNvSpPr>
            <a:spLocks noGrp="1"/>
          </p:cNvSpPr>
          <p:nvPr>
            <p:ph type="ftr" sz="quarter" idx="10"/>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t>TCP/IP Protocol Suite</a:t>
            </a:r>
          </a:p>
        </p:txBody>
      </p:sp>
      <p:sp>
        <p:nvSpPr>
          <p:cNvPr id="36867" name="Slide Number Placeholder 2"/>
          <p:cNvSpPr>
            <a:spLocks noGrp="1"/>
          </p:cNvSpPr>
          <p:nvPr>
            <p:ph type="sldNum" sz="quarter" idx="11"/>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074D068C-C8F3-4A86-862A-9C487B6B4351}" type="slidenum">
              <a:rPr lang="en-US" b="0" smtClean="0"/>
              <a:pPr/>
              <a:t>11</a:t>
            </a:fld>
            <a:endParaRPr lang="en-US" b="0"/>
          </a:p>
        </p:txBody>
      </p:sp>
      <p:pic>
        <p:nvPicPr>
          <p:cNvPr id="36868" name="Picture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2609850"/>
            <a:ext cx="8520113" cy="2916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6869" name="Text Box 2"/>
          <p:cNvSpPr txBox="1">
            <a:spLocks noChangeArrowheads="1"/>
          </p:cNvSpPr>
          <p:nvPr/>
        </p:nvSpPr>
        <p:spPr bwMode="auto">
          <a:xfrm>
            <a:off x="990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solidFill>
                  <a:srgbClr val="0000FF"/>
                </a:solidFill>
                <a:latin typeface="Times New Roman" panose="02020603050405020304" pitchFamily="18" charset="0"/>
              </a:rPr>
              <a:t>Figure 18.2</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Client and server on two different networks</a:t>
            </a:r>
          </a:p>
        </p:txBody>
      </p:sp>
      <p:sp>
        <p:nvSpPr>
          <p:cNvPr id="36870" name="Rectangle 3"/>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36871"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36872" name="Rectangle 5"/>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36873"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36874"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36875" name="Rectangle 8"/>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36876"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pic>
        <p:nvPicPr>
          <p:cNvPr id="516110" name="Picture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7575" y="3230563"/>
            <a:ext cx="1955800" cy="198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6113" name="Picture 1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73288" y="3733800"/>
            <a:ext cx="1408112" cy="974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6114" name="Picture 1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13363" y="4071938"/>
            <a:ext cx="2459037" cy="576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516110"/>
                                        </p:tgtEl>
                                        <p:attrNameLst>
                                          <p:attrName>style.visibility</p:attrName>
                                        </p:attrNameLst>
                                      </p:cBhvr>
                                      <p:to>
                                        <p:strVal val="visible"/>
                                      </p:to>
                                    </p:set>
                                    <p:animEffect transition="in" filter="wipe(left)">
                                      <p:cBhvr>
                                        <p:cTn id="7" dur="2000"/>
                                        <p:tgtEl>
                                          <p:spTgt spid="5161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516113"/>
                                        </p:tgtEl>
                                        <p:attrNameLst>
                                          <p:attrName>style.visibility</p:attrName>
                                        </p:attrNameLst>
                                      </p:cBhvr>
                                      <p:to>
                                        <p:strVal val="visible"/>
                                      </p:to>
                                    </p:set>
                                    <p:animEffect transition="in" filter="wipe(up)">
                                      <p:cBhvr>
                                        <p:cTn id="12" dur="2000"/>
                                        <p:tgtEl>
                                          <p:spTgt spid="51611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516114"/>
                                        </p:tgtEl>
                                        <p:attrNameLst>
                                          <p:attrName>style.visibility</p:attrName>
                                        </p:attrNameLst>
                                      </p:cBhvr>
                                      <p:to>
                                        <p:strVal val="visible"/>
                                      </p:to>
                                    </p:set>
                                    <p:animEffect transition="in" filter="wipe(left)">
                                      <p:cBhvr>
                                        <p:cTn id="17" dur="2000"/>
                                        <p:tgtEl>
                                          <p:spTgt spid="5161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Footer Placeholder 1"/>
          <p:cNvSpPr>
            <a:spLocks noGrp="1"/>
          </p:cNvSpPr>
          <p:nvPr>
            <p:ph type="ftr" sz="quarter" idx="10"/>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t>TCP/IP Protocol Suite</a:t>
            </a:r>
          </a:p>
        </p:txBody>
      </p:sp>
      <p:sp>
        <p:nvSpPr>
          <p:cNvPr id="38915" name="Slide Number Placeholder 2"/>
          <p:cNvSpPr>
            <a:spLocks noGrp="1"/>
          </p:cNvSpPr>
          <p:nvPr>
            <p:ph type="sldNum" sz="quarter" idx="11"/>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9B73321E-0F9E-4EFA-818D-E3F67EE3415C}" type="slidenum">
              <a:rPr lang="en-US" b="0" smtClean="0"/>
              <a:pPr/>
              <a:t>12</a:t>
            </a:fld>
            <a:endParaRPr lang="en-US" b="0"/>
          </a:p>
        </p:txBody>
      </p:sp>
      <p:sp>
        <p:nvSpPr>
          <p:cNvPr id="38916" name="Rectangle 3"/>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38917"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38918" name="Rectangle 5"/>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38919"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38920"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38921" name="Rectangle 8"/>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38922"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40971" name="Rectangle 1"/>
          <p:cNvSpPr>
            <a:spLocks noChangeArrowheads="1"/>
          </p:cNvSpPr>
          <p:nvPr/>
        </p:nvSpPr>
        <p:spPr bwMode="auto">
          <a:xfrm>
            <a:off x="334962" y="1219200"/>
            <a:ext cx="8612187" cy="49859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just">
              <a:defRPr/>
            </a:pPr>
            <a:r>
              <a:rPr lang="en-US" sz="1600" b="0" dirty="0"/>
              <a:t>Figure 18.3 shows the interaction between a client and a DHCP server. </a:t>
            </a:r>
          </a:p>
          <a:p>
            <a:pPr marL="285750" indent="-285750" algn="just">
              <a:buFont typeface="Arial" panose="020B0604020202020204" pitchFamily="34" charset="0"/>
              <a:buChar char="•"/>
              <a:defRPr/>
            </a:pPr>
            <a:r>
              <a:rPr lang="en-US" sz="1600" b="0" dirty="0"/>
              <a:t>The server uses the well-known port 67, which is normal. </a:t>
            </a:r>
          </a:p>
          <a:p>
            <a:pPr marL="285750" indent="-285750" algn="just">
              <a:buFont typeface="Arial" panose="020B0604020202020204" pitchFamily="34" charset="0"/>
              <a:buChar char="•"/>
              <a:defRPr/>
            </a:pPr>
            <a:r>
              <a:rPr lang="en-US" sz="1600" b="0" dirty="0"/>
              <a:t>The client uses the well-known port 68, which is unusual. </a:t>
            </a:r>
          </a:p>
          <a:p>
            <a:pPr marL="285750" indent="-285750" algn="just">
              <a:buFont typeface="Arial" panose="020B0604020202020204" pitchFamily="34" charset="0"/>
              <a:buChar char="•"/>
              <a:defRPr/>
            </a:pPr>
            <a:endParaRPr lang="en-US" sz="1600" b="0" dirty="0"/>
          </a:p>
          <a:p>
            <a:pPr algn="just">
              <a:defRPr/>
            </a:pPr>
            <a:r>
              <a:rPr lang="en-US" sz="1600" b="0" dirty="0"/>
              <a:t>The reason for choosing the well-known port 68 instead of an ephemeral port is to prevent a problem when the reply, from the server to the client, is broadcast. </a:t>
            </a:r>
          </a:p>
          <a:p>
            <a:pPr algn="just">
              <a:defRPr/>
            </a:pPr>
            <a:endParaRPr lang="en-US" sz="1600" b="0" dirty="0"/>
          </a:p>
          <a:p>
            <a:pPr algn="just">
              <a:defRPr/>
            </a:pPr>
            <a:endParaRPr lang="en-US" sz="1600" b="0" dirty="0"/>
          </a:p>
          <a:p>
            <a:pPr algn="just">
              <a:defRPr/>
            </a:pPr>
            <a:endParaRPr lang="en-US" sz="1600" b="0" dirty="0"/>
          </a:p>
          <a:p>
            <a:pPr algn="just">
              <a:defRPr/>
            </a:pPr>
            <a:endParaRPr lang="en-US" sz="1600" b="0" dirty="0"/>
          </a:p>
          <a:p>
            <a:pPr algn="just">
              <a:defRPr/>
            </a:pPr>
            <a:r>
              <a:rPr lang="en-US" sz="1600" b="0" dirty="0"/>
              <a:t>Situation where an ephemeral port is used. </a:t>
            </a:r>
          </a:p>
          <a:p>
            <a:pPr algn="just">
              <a:defRPr/>
            </a:pPr>
            <a:endParaRPr lang="en-US" sz="1600" b="0" dirty="0"/>
          </a:p>
          <a:p>
            <a:pPr marL="285750" indent="-285750" algn="just">
              <a:buFont typeface="Arial" panose="020B0604020202020204" pitchFamily="34" charset="0"/>
              <a:buChar char="•"/>
              <a:defRPr/>
            </a:pPr>
            <a:r>
              <a:rPr lang="en-US" sz="1400" b="0" dirty="0"/>
              <a:t>Suppose host A on a network is using a DHCP client on ephemeral port 2017 (randomly chosen). Host B, on the same network, is using a DAYTIME client on ephemeral port 2017 (accidentally  same). </a:t>
            </a:r>
          </a:p>
          <a:p>
            <a:pPr marL="285750" indent="-285750" algn="just">
              <a:buFont typeface="Arial" panose="020B0604020202020204" pitchFamily="34" charset="0"/>
              <a:buChar char="•"/>
              <a:defRPr/>
            </a:pPr>
            <a:r>
              <a:rPr lang="en-US" sz="1400" b="0" dirty="0"/>
              <a:t>DHCP server sends a broadcast reply message with the destination port number 2017 and broadcast IP address FFFFFFFF</a:t>
            </a:r>
            <a:r>
              <a:rPr lang="en-US" sz="1400" b="0" baseline="-25000" dirty="0"/>
              <a:t>16</a:t>
            </a:r>
            <a:r>
              <a:rPr lang="en-US" sz="1400" b="0" dirty="0"/>
              <a:t>.</a:t>
            </a:r>
          </a:p>
          <a:p>
            <a:pPr marL="285750" indent="-285750" algn="just">
              <a:buFont typeface="Arial" panose="020B0604020202020204" pitchFamily="34" charset="0"/>
              <a:buChar char="•"/>
              <a:defRPr/>
            </a:pPr>
            <a:r>
              <a:rPr lang="en-US" sz="1400" b="0" dirty="0"/>
              <a:t> Every host needs to open a packet carrying this destination IP address. Host A finds a message from an application program on ephemeral port 2017. A correct message is delivered to the DHCP client.</a:t>
            </a:r>
          </a:p>
          <a:p>
            <a:pPr marL="285750" indent="-285750" algn="just">
              <a:buFont typeface="Arial" panose="020B0604020202020204" pitchFamily="34" charset="0"/>
              <a:buChar char="•"/>
              <a:defRPr/>
            </a:pPr>
            <a:r>
              <a:rPr lang="en-US" sz="1400" b="0" dirty="0"/>
              <a:t> An incorrect message is delivered to the DAYTIME client. </a:t>
            </a:r>
          </a:p>
          <a:p>
            <a:pPr marL="285750" indent="-285750" algn="just">
              <a:buFont typeface="Arial" panose="020B0604020202020204" pitchFamily="34" charset="0"/>
              <a:buChar char="•"/>
              <a:defRPr/>
            </a:pPr>
            <a:r>
              <a:rPr lang="en-US" sz="1400" b="0" dirty="0"/>
              <a:t>Confusion is due to the </a:t>
            </a:r>
            <a:r>
              <a:rPr lang="en-US" sz="1400" b="0" dirty="0" err="1"/>
              <a:t>demultiplexing</a:t>
            </a:r>
            <a:r>
              <a:rPr lang="en-US" sz="1400" b="0" dirty="0"/>
              <a:t> of packets based on the socket address, which is a combination of IP address and port number. In this case, both are the same.</a:t>
            </a:r>
          </a:p>
        </p:txBody>
      </p:sp>
      <p:sp>
        <p:nvSpPr>
          <p:cNvPr id="38924" name="Rectangle 2"/>
          <p:cNvSpPr>
            <a:spLocks noChangeArrowheads="1"/>
          </p:cNvSpPr>
          <p:nvPr/>
        </p:nvSpPr>
        <p:spPr bwMode="auto">
          <a:xfrm>
            <a:off x="1173163" y="596900"/>
            <a:ext cx="14255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t>UDP Ports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Footer Placeholder 1"/>
          <p:cNvSpPr>
            <a:spLocks noGrp="1"/>
          </p:cNvSpPr>
          <p:nvPr>
            <p:ph type="ftr" sz="quarter" idx="10"/>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t>TCP/IP Protocol Suite</a:t>
            </a:r>
          </a:p>
        </p:txBody>
      </p:sp>
      <p:sp>
        <p:nvSpPr>
          <p:cNvPr id="40963" name="Slide Number Placeholder 2"/>
          <p:cNvSpPr>
            <a:spLocks noGrp="1"/>
          </p:cNvSpPr>
          <p:nvPr>
            <p:ph type="sldNum" sz="quarter" idx="11"/>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34553116-97F1-4BCF-8615-7C5A1D842A57}" type="slidenum">
              <a:rPr lang="en-US" b="0" smtClean="0"/>
              <a:pPr/>
              <a:t>13</a:t>
            </a:fld>
            <a:endParaRPr lang="en-US" b="0"/>
          </a:p>
        </p:txBody>
      </p:sp>
      <p:sp>
        <p:nvSpPr>
          <p:cNvPr id="40964" name="Rectangle 3"/>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40965"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40966" name="Rectangle 5"/>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40967"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40968"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40969" name="Rectangle 8"/>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40970"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43019" name="Rectangle 1"/>
          <p:cNvSpPr>
            <a:spLocks noChangeArrowheads="1"/>
          </p:cNvSpPr>
          <p:nvPr/>
        </p:nvSpPr>
        <p:spPr bwMode="auto">
          <a:xfrm>
            <a:off x="344488" y="1465263"/>
            <a:ext cx="8423275" cy="427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just">
              <a:defRPr/>
            </a:pPr>
            <a:r>
              <a:rPr lang="en-US" sz="1600" b="0" dirty="0"/>
              <a:t>Use of a well-known port (less than 1024) prevents the use of same two destination port numbers. </a:t>
            </a:r>
          </a:p>
          <a:p>
            <a:pPr algn="just">
              <a:defRPr/>
            </a:pPr>
            <a:endParaRPr lang="en-US" sz="1600" b="0" dirty="0"/>
          </a:p>
          <a:p>
            <a:pPr algn="just">
              <a:defRPr/>
            </a:pPr>
            <a:r>
              <a:rPr lang="en-US" sz="1600" b="0" dirty="0"/>
              <a:t>Host B cannot select 68 as the ephemeral port because ephemeral port numbers are greater than 1023. </a:t>
            </a:r>
          </a:p>
          <a:p>
            <a:pPr algn="just">
              <a:defRPr/>
            </a:pPr>
            <a:endParaRPr lang="en-US" sz="1600" b="0" dirty="0"/>
          </a:p>
          <a:p>
            <a:pPr algn="just">
              <a:defRPr/>
            </a:pPr>
            <a:endParaRPr lang="en-US" sz="1600" b="0" dirty="0"/>
          </a:p>
          <a:p>
            <a:pPr algn="just">
              <a:defRPr/>
            </a:pPr>
            <a:r>
              <a:rPr lang="en-US" sz="1600" b="0" dirty="0">
                <a:solidFill>
                  <a:srgbClr val="FF0000"/>
                </a:solidFill>
              </a:rPr>
              <a:t>What happens if host B is also running the DHCP client. </a:t>
            </a:r>
          </a:p>
          <a:p>
            <a:pPr algn="just">
              <a:defRPr/>
            </a:pPr>
            <a:endParaRPr lang="en-US" sz="1600" b="0" dirty="0"/>
          </a:p>
          <a:p>
            <a:pPr marL="285750" indent="-285750" algn="just">
              <a:buFont typeface="Arial" panose="020B0604020202020204" pitchFamily="34" charset="0"/>
              <a:buChar char="•"/>
              <a:defRPr/>
            </a:pPr>
            <a:r>
              <a:rPr lang="en-US" sz="1600" b="0" dirty="0"/>
              <a:t>The socket address is the same and both clients will receive the message. </a:t>
            </a:r>
          </a:p>
          <a:p>
            <a:pPr marL="285750" indent="-285750" algn="just">
              <a:buFont typeface="Arial" panose="020B0604020202020204" pitchFamily="34" charset="0"/>
              <a:buChar char="•"/>
              <a:defRPr/>
            </a:pPr>
            <a:endParaRPr lang="en-US" sz="1600" b="0" dirty="0"/>
          </a:p>
          <a:p>
            <a:pPr marL="285750" indent="-285750" algn="just">
              <a:buFont typeface="Arial" panose="020B0604020202020204" pitchFamily="34" charset="0"/>
              <a:buChar char="•"/>
              <a:defRPr/>
            </a:pPr>
            <a:r>
              <a:rPr lang="en-US" sz="1600" b="0" dirty="0"/>
              <a:t>In this situation, a third identification number differentiates the clients. </a:t>
            </a:r>
          </a:p>
          <a:p>
            <a:pPr marL="285750" indent="-285750" algn="just">
              <a:buFont typeface="Arial" panose="020B0604020202020204" pitchFamily="34" charset="0"/>
              <a:buChar char="•"/>
              <a:defRPr/>
            </a:pPr>
            <a:endParaRPr lang="en-US" sz="1600" b="0" dirty="0"/>
          </a:p>
          <a:p>
            <a:pPr marL="285750" indent="-285750" algn="just">
              <a:buFont typeface="Arial" panose="020B0604020202020204" pitchFamily="34" charset="0"/>
              <a:buChar char="•"/>
              <a:defRPr/>
            </a:pPr>
            <a:r>
              <a:rPr lang="en-US" sz="1600" b="0" dirty="0"/>
              <a:t>DHCP uses another number, called the transaction ID, which is randomly chosen for each connection involving DHCP. </a:t>
            </a:r>
          </a:p>
          <a:p>
            <a:pPr marL="285750" indent="-285750" algn="just">
              <a:buFont typeface="Arial" panose="020B0604020202020204" pitchFamily="34" charset="0"/>
              <a:buChar char="•"/>
              <a:defRPr/>
            </a:pPr>
            <a:endParaRPr lang="en-US" sz="1600" b="0" dirty="0"/>
          </a:p>
          <a:p>
            <a:pPr marL="285750" indent="-285750" algn="just">
              <a:buFont typeface="Arial" panose="020B0604020202020204" pitchFamily="34" charset="0"/>
              <a:buChar char="•"/>
              <a:defRPr/>
            </a:pPr>
            <a:r>
              <a:rPr lang="en-US" sz="1600" b="0" dirty="0"/>
              <a:t>It is highly improbable that two hosts will choose the same ID at the same time.</a:t>
            </a:r>
          </a:p>
        </p:txBody>
      </p:sp>
      <p:sp>
        <p:nvSpPr>
          <p:cNvPr id="40972" name="Rectangle 2"/>
          <p:cNvSpPr>
            <a:spLocks noChangeArrowheads="1"/>
          </p:cNvSpPr>
          <p:nvPr/>
        </p:nvSpPr>
        <p:spPr bwMode="auto">
          <a:xfrm>
            <a:off x="1173163" y="596900"/>
            <a:ext cx="14255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t>UDP Ports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Footer Placeholder 1"/>
          <p:cNvSpPr>
            <a:spLocks noGrp="1"/>
          </p:cNvSpPr>
          <p:nvPr>
            <p:ph type="ftr" sz="quarter" idx="10"/>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t>TCP/IP Protocol Suite</a:t>
            </a:r>
          </a:p>
        </p:txBody>
      </p:sp>
      <p:sp>
        <p:nvSpPr>
          <p:cNvPr id="43011" name="Slide Number Placeholder 2"/>
          <p:cNvSpPr>
            <a:spLocks noGrp="1"/>
          </p:cNvSpPr>
          <p:nvPr>
            <p:ph type="sldNum" sz="quarter" idx="11"/>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69B924B3-F9B2-4866-8287-5941AB80B048}" type="slidenum">
              <a:rPr lang="en-US" b="0" smtClean="0"/>
              <a:pPr/>
              <a:t>14</a:t>
            </a:fld>
            <a:endParaRPr lang="en-US" b="0"/>
          </a:p>
        </p:txBody>
      </p:sp>
      <p:sp>
        <p:nvSpPr>
          <p:cNvPr id="43012" name="Text Box 2"/>
          <p:cNvSpPr txBox="1">
            <a:spLocks noChangeArrowheads="1"/>
          </p:cNvSpPr>
          <p:nvPr/>
        </p:nvSpPr>
        <p:spPr bwMode="auto">
          <a:xfrm>
            <a:off x="990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solidFill>
                  <a:srgbClr val="0000FF"/>
                </a:solidFill>
                <a:latin typeface="Times New Roman" panose="02020603050405020304" pitchFamily="18" charset="0"/>
              </a:rPr>
              <a:t>Figure 18.3</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Use of UDP ports</a:t>
            </a:r>
          </a:p>
        </p:txBody>
      </p:sp>
      <p:sp>
        <p:nvSpPr>
          <p:cNvPr id="43013" name="Rectangle 3"/>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43014"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43015" name="Rectangle 5"/>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43016"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43017"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43018" name="Rectangle 8"/>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43019"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pic>
        <p:nvPicPr>
          <p:cNvPr id="518154"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3813" y="1882775"/>
            <a:ext cx="6326187" cy="2917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withEffect">
                                  <p:stCondLst>
                                    <p:cond delay="0"/>
                                  </p:stCondLst>
                                  <p:childTnLst>
                                    <p:set>
                                      <p:cBhvr>
                                        <p:cTn id="6" dur="1" fill="hold">
                                          <p:stCondLst>
                                            <p:cond delay="0"/>
                                          </p:stCondLst>
                                        </p:cTn>
                                        <p:tgtEl>
                                          <p:spTgt spid="518154"/>
                                        </p:tgtEl>
                                        <p:attrNameLst>
                                          <p:attrName>style.visibility</p:attrName>
                                        </p:attrNameLst>
                                      </p:cBhvr>
                                      <p:to>
                                        <p:strVal val="visible"/>
                                      </p:to>
                                    </p:set>
                                    <p:animEffect transition="in" filter="wipe(up)">
                                      <p:cBhvr>
                                        <p:cTn id="7" dur="10"/>
                                        <p:tgtEl>
                                          <p:spTgt spid="5181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Footer Placeholder 1"/>
          <p:cNvSpPr>
            <a:spLocks noGrp="1"/>
          </p:cNvSpPr>
          <p:nvPr>
            <p:ph type="ftr" sz="quarter" idx="10"/>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t>TCP/IP Protocol Suite</a:t>
            </a:r>
          </a:p>
        </p:txBody>
      </p:sp>
      <p:sp>
        <p:nvSpPr>
          <p:cNvPr id="45059" name="Slide Number Placeholder 2"/>
          <p:cNvSpPr>
            <a:spLocks noGrp="1"/>
          </p:cNvSpPr>
          <p:nvPr>
            <p:ph type="sldNum" sz="quarter" idx="11"/>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8BAD532A-4A16-4A9A-AB9F-849698BBD19E}" type="slidenum">
              <a:rPr lang="en-US" b="0" smtClean="0"/>
              <a:pPr/>
              <a:t>15</a:t>
            </a:fld>
            <a:endParaRPr lang="en-US" b="0"/>
          </a:p>
        </p:txBody>
      </p:sp>
      <p:sp>
        <p:nvSpPr>
          <p:cNvPr id="45060" name="Rectangle 3"/>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45061"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45062" name="Rectangle 5"/>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45063"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45064"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45065" name="Rectangle 8"/>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45066"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45067" name="Rectangle 1"/>
          <p:cNvSpPr>
            <a:spLocks noChangeArrowheads="1"/>
          </p:cNvSpPr>
          <p:nvPr/>
        </p:nvSpPr>
        <p:spPr bwMode="auto">
          <a:xfrm>
            <a:off x="357188" y="1412875"/>
            <a:ext cx="8405812"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just"/>
            <a:r>
              <a:rPr lang="en-US" sz="1600" b="0" dirty="0"/>
              <a:t>Server does not send all of the information that a client may need for booting. </a:t>
            </a:r>
          </a:p>
          <a:p>
            <a:pPr algn="just"/>
            <a:endParaRPr lang="en-US" sz="1600" b="0" dirty="0"/>
          </a:p>
          <a:p>
            <a:pPr algn="just"/>
            <a:r>
              <a:rPr lang="en-US" sz="1600" b="0" dirty="0"/>
              <a:t>In reply message, server defines the pathname of a file in which the client can find complete booting information. </a:t>
            </a:r>
          </a:p>
          <a:p>
            <a:pPr algn="just"/>
            <a:endParaRPr lang="en-US" sz="1600" b="0" dirty="0"/>
          </a:p>
          <a:p>
            <a:pPr algn="just"/>
            <a:r>
              <a:rPr lang="en-US" sz="1600" b="0" dirty="0"/>
              <a:t>Client can then use a TFTP message, which is encapsulated in a UDP user datagram, to obtain the rest of the needed information.</a:t>
            </a:r>
          </a:p>
        </p:txBody>
      </p:sp>
      <p:sp>
        <p:nvSpPr>
          <p:cNvPr id="45068" name="Rectangle 2"/>
          <p:cNvSpPr>
            <a:spLocks noChangeArrowheads="1"/>
          </p:cNvSpPr>
          <p:nvPr/>
        </p:nvSpPr>
        <p:spPr bwMode="auto">
          <a:xfrm>
            <a:off x="1255713" y="627063"/>
            <a:ext cx="15398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t>Using TFTP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Footer Placeholder 1"/>
          <p:cNvSpPr>
            <a:spLocks noGrp="1"/>
          </p:cNvSpPr>
          <p:nvPr>
            <p:ph type="ftr" sz="quarter" idx="10"/>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t>TCP/IP Protocol Suite</a:t>
            </a:r>
          </a:p>
        </p:txBody>
      </p:sp>
      <p:sp>
        <p:nvSpPr>
          <p:cNvPr id="47107" name="Slide Number Placeholder 2"/>
          <p:cNvSpPr>
            <a:spLocks noGrp="1"/>
          </p:cNvSpPr>
          <p:nvPr>
            <p:ph type="sldNum" sz="quarter" idx="11"/>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16AF13AF-569E-4764-86E9-536F305721F3}" type="slidenum">
              <a:rPr lang="en-US" b="0" smtClean="0"/>
              <a:pPr/>
              <a:t>16</a:t>
            </a:fld>
            <a:endParaRPr lang="en-US" b="0"/>
          </a:p>
        </p:txBody>
      </p:sp>
      <p:sp>
        <p:nvSpPr>
          <p:cNvPr id="47108" name="Rectangle 3"/>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47109"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47110" name="Rectangle 5"/>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47111"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47112"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47113" name="Rectangle 8"/>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47114"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47115" name="Rectangle 1"/>
          <p:cNvSpPr>
            <a:spLocks noChangeArrowheads="1"/>
          </p:cNvSpPr>
          <p:nvPr/>
        </p:nvSpPr>
        <p:spPr bwMode="auto">
          <a:xfrm>
            <a:off x="357188" y="1301750"/>
            <a:ext cx="8589962"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just"/>
            <a:r>
              <a:rPr lang="en-US" sz="1600" b="0" dirty="0"/>
              <a:t>What if a request is lost or damaged? What if the response is damaged? </a:t>
            </a:r>
          </a:p>
          <a:p>
            <a:pPr algn="just"/>
            <a:endParaRPr lang="en-US" sz="1600" b="0" dirty="0"/>
          </a:p>
          <a:p>
            <a:pPr algn="just"/>
            <a:r>
              <a:rPr lang="en-US" sz="1600" b="0" dirty="0"/>
              <a:t>There is a need for error control when using DHCP. </a:t>
            </a:r>
          </a:p>
          <a:p>
            <a:pPr algn="just"/>
            <a:endParaRPr lang="en-US" sz="1600" b="0" dirty="0"/>
          </a:p>
          <a:p>
            <a:pPr algn="just"/>
            <a:r>
              <a:rPr lang="en-US" sz="1600" b="0" dirty="0"/>
              <a:t>DHCP uses UDP, which does not provide error control. Therefore, DHCP must provide error control. </a:t>
            </a:r>
          </a:p>
          <a:p>
            <a:pPr algn="just"/>
            <a:endParaRPr lang="en-US" sz="1600" b="0" dirty="0"/>
          </a:p>
          <a:p>
            <a:pPr algn="just"/>
            <a:endParaRPr lang="en-US" sz="1600" b="0" dirty="0"/>
          </a:p>
          <a:p>
            <a:pPr algn="just"/>
            <a:r>
              <a:rPr lang="en-US" sz="1600" b="0" dirty="0"/>
              <a:t>Error control is accomplished through 2 strategies:</a:t>
            </a:r>
          </a:p>
          <a:p>
            <a:pPr algn="just"/>
            <a:endParaRPr lang="en-US" sz="1600" b="0" dirty="0"/>
          </a:p>
          <a:p>
            <a:pPr algn="just"/>
            <a:r>
              <a:rPr lang="en-US" sz="1600" b="0" dirty="0"/>
              <a:t> 1. DHCP requires that UDP uses the checksum.  Use of checksum in UDP is optional.</a:t>
            </a:r>
          </a:p>
          <a:p>
            <a:pPr algn="just"/>
            <a:endParaRPr lang="en-US" sz="1600" b="0" dirty="0"/>
          </a:p>
          <a:p>
            <a:pPr algn="just"/>
            <a:r>
              <a:rPr lang="en-US" sz="1600" b="0" dirty="0"/>
              <a:t> 2. DHCP client uses timers and a retransmission policy if it does not receive the DHCP reply to a request. To prevent a traffic jam when several hosts need to retransmit a request (after a power failure), DHCP forces the client to use a random number to set its timers.</a:t>
            </a:r>
          </a:p>
        </p:txBody>
      </p:sp>
      <p:sp>
        <p:nvSpPr>
          <p:cNvPr id="47116" name="Rectangle 2"/>
          <p:cNvSpPr>
            <a:spLocks noChangeArrowheads="1"/>
          </p:cNvSpPr>
          <p:nvPr/>
        </p:nvSpPr>
        <p:spPr bwMode="auto">
          <a:xfrm>
            <a:off x="1284288" y="665163"/>
            <a:ext cx="175418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t>Error Control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Footer Placeholder 1"/>
          <p:cNvSpPr>
            <a:spLocks noGrp="1"/>
          </p:cNvSpPr>
          <p:nvPr>
            <p:ph type="ftr" sz="quarter" idx="10"/>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t>TCP/IP Protocol Suite</a:t>
            </a:r>
          </a:p>
        </p:txBody>
      </p:sp>
      <p:sp>
        <p:nvSpPr>
          <p:cNvPr id="49155" name="Slide Number Placeholder 2"/>
          <p:cNvSpPr>
            <a:spLocks noGrp="1"/>
          </p:cNvSpPr>
          <p:nvPr>
            <p:ph type="sldNum" sz="quarter" idx="11"/>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DC84EDC2-9038-40AD-B43B-3F72B93C971E}" type="slidenum">
              <a:rPr lang="en-US" b="0" smtClean="0"/>
              <a:pPr/>
              <a:t>17</a:t>
            </a:fld>
            <a:endParaRPr lang="en-US" b="0"/>
          </a:p>
        </p:txBody>
      </p:sp>
      <p:sp>
        <p:nvSpPr>
          <p:cNvPr id="49156" name="Rectangle 3"/>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49157"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49158" name="Rectangle 5"/>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49159"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49160"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49161" name="Rectangle 8"/>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49162"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49163" name="Rectangle 2"/>
          <p:cNvSpPr>
            <a:spLocks noChangeArrowheads="1"/>
          </p:cNvSpPr>
          <p:nvPr/>
        </p:nvSpPr>
        <p:spPr bwMode="auto">
          <a:xfrm>
            <a:off x="1327150" y="600075"/>
            <a:ext cx="19351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t>Packet Format </a:t>
            </a:r>
          </a:p>
        </p:txBody>
      </p:sp>
      <p:pic>
        <p:nvPicPr>
          <p:cNvPr id="49164" name="Picture 1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05200" y="641350"/>
            <a:ext cx="4648200" cy="3881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9165" name="Text Box 2"/>
          <p:cNvSpPr txBox="1">
            <a:spLocks noChangeArrowheads="1"/>
          </p:cNvSpPr>
          <p:nvPr/>
        </p:nvSpPr>
        <p:spPr bwMode="auto">
          <a:xfrm>
            <a:off x="990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solidFill>
                  <a:srgbClr val="0000FF"/>
                </a:solidFill>
                <a:latin typeface="Times New Roman" panose="02020603050405020304" pitchFamily="18" charset="0"/>
              </a:rPr>
              <a:t>Figure 18.4</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DHCP packet format</a:t>
            </a:r>
          </a:p>
        </p:txBody>
      </p:sp>
      <p:sp>
        <p:nvSpPr>
          <p:cNvPr id="49166" name="Rectangle 1"/>
          <p:cNvSpPr>
            <a:spLocks noChangeArrowheads="1"/>
          </p:cNvSpPr>
          <p:nvPr/>
        </p:nvSpPr>
        <p:spPr bwMode="auto">
          <a:xfrm>
            <a:off x="228600" y="4557713"/>
            <a:ext cx="8302625"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sz="1400" dirty="0"/>
              <a:t>Operation code. </a:t>
            </a:r>
            <a:r>
              <a:rPr lang="en-US" sz="1400" b="0" dirty="0"/>
              <a:t>8-bit field defines type of DHCP packet: request (1) or reply (2). </a:t>
            </a:r>
          </a:p>
          <a:p>
            <a:pPr algn="just"/>
            <a:r>
              <a:rPr lang="en-US" sz="1400" dirty="0"/>
              <a:t>Hardware type. </a:t>
            </a:r>
            <a:r>
              <a:rPr lang="en-US" sz="1400" b="0" dirty="0"/>
              <a:t>8-bit field defining the type of physical network. For Ethernet the value is 1. </a:t>
            </a:r>
          </a:p>
          <a:p>
            <a:pPr algn="just"/>
            <a:r>
              <a:rPr lang="en-US" sz="1400" dirty="0"/>
              <a:t>Hardware length. </a:t>
            </a:r>
            <a:r>
              <a:rPr lang="en-US" sz="1400" b="0" dirty="0"/>
              <a:t>8-bit field defining length of physical address. For Ethernet the value is 6. </a:t>
            </a:r>
          </a:p>
          <a:p>
            <a:pPr algn="just"/>
            <a:r>
              <a:rPr lang="en-US" sz="1400" dirty="0"/>
              <a:t>Hop count. </a:t>
            </a:r>
            <a:r>
              <a:rPr lang="en-US" sz="1400" b="0" dirty="0"/>
              <a:t>8-bit field defining the maximum number of hops the packet can travel. </a:t>
            </a:r>
            <a:endParaRPr lang="en-US" sz="1400" dirty="0"/>
          </a:p>
          <a:p>
            <a:pPr algn="just"/>
            <a:r>
              <a:rPr lang="en-US" sz="1400" dirty="0"/>
              <a:t>Transaction ID. </a:t>
            </a:r>
            <a:r>
              <a:rPr lang="en-US" sz="1400" b="0" dirty="0"/>
              <a:t>4-byte field carrying an integer. Transaction identification is set by the client and is used to match a reply with the request. Server returns the same value in its reply.</a:t>
            </a:r>
          </a:p>
          <a:p>
            <a:pPr algn="just"/>
            <a:r>
              <a:rPr lang="en-US" sz="1400" dirty="0"/>
              <a:t>Number of seconds. </a:t>
            </a:r>
            <a:r>
              <a:rPr lang="en-US" sz="1400" b="0" dirty="0"/>
              <a:t>16-bit field that indicates the number of seconds elapsed since the time the client started to boot.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Footer Placeholder 1"/>
          <p:cNvSpPr>
            <a:spLocks noGrp="1"/>
          </p:cNvSpPr>
          <p:nvPr>
            <p:ph type="ftr" sz="quarter" idx="10"/>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t>TCP/IP Protocol Suite</a:t>
            </a:r>
          </a:p>
        </p:txBody>
      </p:sp>
      <p:sp>
        <p:nvSpPr>
          <p:cNvPr id="51203" name="Slide Number Placeholder 2"/>
          <p:cNvSpPr>
            <a:spLocks noGrp="1"/>
          </p:cNvSpPr>
          <p:nvPr>
            <p:ph type="sldNum" sz="quarter" idx="11"/>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16B98E4C-FE00-4954-AF35-C646648B86FF}" type="slidenum">
              <a:rPr lang="en-US" b="0" smtClean="0"/>
              <a:pPr/>
              <a:t>18</a:t>
            </a:fld>
            <a:endParaRPr lang="en-US" b="0"/>
          </a:p>
        </p:txBody>
      </p:sp>
      <p:sp>
        <p:nvSpPr>
          <p:cNvPr id="51204" name="Rectangle 3"/>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51205"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51206" name="Rectangle 5"/>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51207"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51208"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51209" name="Rectangle 8"/>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51210"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51211" name="Rectangle 1"/>
          <p:cNvSpPr>
            <a:spLocks noChangeArrowheads="1"/>
          </p:cNvSpPr>
          <p:nvPr/>
        </p:nvSpPr>
        <p:spPr bwMode="auto">
          <a:xfrm>
            <a:off x="366713" y="1050925"/>
            <a:ext cx="8494712" cy="2554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just"/>
            <a:r>
              <a:rPr lang="en-US" sz="1600" b="0"/>
              <a:t>16-bit field in which only leftmost bit is used and rest of the bits should be set to 0s. </a:t>
            </a:r>
          </a:p>
          <a:p>
            <a:pPr algn="just"/>
            <a:endParaRPr lang="en-US" sz="1600" b="0"/>
          </a:p>
          <a:p>
            <a:pPr algn="just"/>
            <a:r>
              <a:rPr lang="en-US" sz="1600" b="0"/>
              <a:t>A leftmost bit specifies a forced broadcast reply (instead of unicast) from the server. </a:t>
            </a:r>
          </a:p>
          <a:p>
            <a:pPr algn="just"/>
            <a:endParaRPr lang="en-US" sz="1600" b="0"/>
          </a:p>
          <a:p>
            <a:pPr algn="just"/>
            <a:r>
              <a:rPr lang="en-US" sz="1600" b="0"/>
              <a:t>If the reply were to be unicast to the client, the destination IP address of the IP packet is the address assigned to the client. </a:t>
            </a:r>
          </a:p>
          <a:p>
            <a:pPr algn="just"/>
            <a:endParaRPr lang="en-US" sz="1600" b="0"/>
          </a:p>
          <a:p>
            <a:pPr algn="just"/>
            <a:r>
              <a:rPr lang="en-US" sz="1600" b="0"/>
              <a:t>Since the client does not know its IP address, it may discard the packet. </a:t>
            </a:r>
          </a:p>
          <a:p>
            <a:pPr algn="just"/>
            <a:endParaRPr lang="en-US" sz="1600" b="0"/>
          </a:p>
          <a:p>
            <a:pPr algn="just"/>
            <a:r>
              <a:rPr lang="en-US" sz="1600" b="0"/>
              <a:t>If the IP datagram is broadcast, every host will receive and process the broadcast message.</a:t>
            </a:r>
          </a:p>
        </p:txBody>
      </p:sp>
      <p:pic>
        <p:nvPicPr>
          <p:cNvPr id="51212"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14538" y="4090988"/>
            <a:ext cx="4968875" cy="1403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1213" name="Text Box 2"/>
          <p:cNvSpPr txBox="1">
            <a:spLocks noChangeArrowheads="1"/>
          </p:cNvSpPr>
          <p:nvPr/>
        </p:nvSpPr>
        <p:spPr bwMode="auto">
          <a:xfrm>
            <a:off x="990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solidFill>
                  <a:srgbClr val="0000FF"/>
                </a:solidFill>
                <a:latin typeface="Times New Roman" panose="02020603050405020304" pitchFamily="18" charset="0"/>
              </a:rPr>
              <a:t>Figure 18.5</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Flag format</a:t>
            </a:r>
          </a:p>
        </p:txBody>
      </p:sp>
      <p:sp>
        <p:nvSpPr>
          <p:cNvPr id="51214" name="Rectangle 2"/>
          <p:cNvSpPr>
            <a:spLocks noChangeArrowheads="1"/>
          </p:cNvSpPr>
          <p:nvPr/>
        </p:nvSpPr>
        <p:spPr bwMode="auto">
          <a:xfrm>
            <a:off x="1203325" y="565150"/>
            <a:ext cx="8112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t>Flag.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Footer Placeholder 1"/>
          <p:cNvSpPr>
            <a:spLocks noGrp="1"/>
          </p:cNvSpPr>
          <p:nvPr>
            <p:ph type="ftr" sz="quarter" idx="10"/>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t>TCP/IP Protocol Suite</a:t>
            </a:r>
          </a:p>
        </p:txBody>
      </p:sp>
      <p:sp>
        <p:nvSpPr>
          <p:cNvPr id="53251" name="Slide Number Placeholder 2"/>
          <p:cNvSpPr>
            <a:spLocks noGrp="1"/>
          </p:cNvSpPr>
          <p:nvPr>
            <p:ph type="sldNum" sz="quarter" idx="11"/>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45254729-A79E-4487-A473-95DEF48F935C}" type="slidenum">
              <a:rPr lang="en-US" b="0" smtClean="0"/>
              <a:pPr/>
              <a:t>19</a:t>
            </a:fld>
            <a:endParaRPr lang="en-US" b="0"/>
          </a:p>
        </p:txBody>
      </p:sp>
      <p:sp>
        <p:nvSpPr>
          <p:cNvPr id="53252" name="Rectangle 3"/>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53253"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53254" name="Rectangle 5"/>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53255"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53256"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53257" name="Rectangle 8"/>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53258"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53259" name="Rectangle 1"/>
          <p:cNvSpPr>
            <a:spLocks noChangeArrowheads="1"/>
          </p:cNvSpPr>
          <p:nvPr/>
        </p:nvSpPr>
        <p:spPr bwMode="auto">
          <a:xfrm>
            <a:off x="117475" y="1068388"/>
            <a:ext cx="8677275" cy="42780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just"/>
            <a:r>
              <a:rPr lang="en-US" sz="1600" dirty="0"/>
              <a:t>Client IP address. </a:t>
            </a:r>
            <a:r>
              <a:rPr lang="en-US" sz="1600" b="0" dirty="0"/>
              <a:t>4-byte field that contains the client IP address. If the client does not have this information, this field has a value of 0. </a:t>
            </a:r>
          </a:p>
          <a:p>
            <a:pPr algn="just"/>
            <a:endParaRPr lang="en-US" sz="1600" dirty="0"/>
          </a:p>
          <a:p>
            <a:pPr algn="just"/>
            <a:r>
              <a:rPr lang="en-US" sz="1600" dirty="0"/>
              <a:t>Your IP address. </a:t>
            </a:r>
            <a:r>
              <a:rPr lang="en-US" sz="1600" b="0" dirty="0"/>
              <a:t>4-byte field that contains the client IP address. </a:t>
            </a:r>
            <a:r>
              <a:rPr lang="en-US" sz="1600" b="0" dirty="0">
                <a:solidFill>
                  <a:srgbClr val="FF0000"/>
                </a:solidFill>
              </a:rPr>
              <a:t>It is filled by the server (in the reply message) </a:t>
            </a:r>
            <a:r>
              <a:rPr lang="en-US" sz="1600" b="0" dirty="0"/>
              <a:t>at the request of the client. </a:t>
            </a:r>
          </a:p>
          <a:p>
            <a:pPr algn="just"/>
            <a:endParaRPr lang="en-US" sz="1600" b="0" dirty="0"/>
          </a:p>
          <a:p>
            <a:pPr algn="just"/>
            <a:r>
              <a:rPr lang="en-US" sz="1600" dirty="0"/>
              <a:t>Server IP address. </a:t>
            </a:r>
            <a:r>
              <a:rPr lang="en-US" sz="1600" b="0" dirty="0"/>
              <a:t>4-byte field containing the server IP address. </a:t>
            </a:r>
            <a:r>
              <a:rPr lang="en-US" sz="1600" b="0" dirty="0">
                <a:solidFill>
                  <a:srgbClr val="FF0000"/>
                </a:solidFill>
              </a:rPr>
              <a:t>It is filled by the server in a reply message.</a:t>
            </a:r>
          </a:p>
          <a:p>
            <a:pPr algn="just"/>
            <a:endParaRPr lang="en-US" sz="1600" b="0" dirty="0"/>
          </a:p>
          <a:p>
            <a:pPr algn="just"/>
            <a:r>
              <a:rPr lang="en-US" sz="1600" dirty="0"/>
              <a:t>Gateway IP address. </a:t>
            </a:r>
            <a:r>
              <a:rPr lang="en-US" sz="1600" b="0" dirty="0"/>
              <a:t>4-byte field containing the IP address of a router. </a:t>
            </a:r>
            <a:r>
              <a:rPr lang="en-US" sz="1600" b="0" dirty="0">
                <a:solidFill>
                  <a:srgbClr val="FF0000"/>
                </a:solidFill>
              </a:rPr>
              <a:t>It is filled by the server in a reply message. </a:t>
            </a:r>
          </a:p>
          <a:p>
            <a:pPr algn="just"/>
            <a:endParaRPr lang="en-US" sz="1600" b="0" dirty="0"/>
          </a:p>
          <a:p>
            <a:pPr algn="just"/>
            <a:r>
              <a:rPr lang="en-US" sz="1600" dirty="0"/>
              <a:t>Client hardware address. </a:t>
            </a:r>
            <a:r>
              <a:rPr lang="en-US" sz="1600" b="0" dirty="0"/>
              <a:t>physical address of the client. </a:t>
            </a:r>
          </a:p>
          <a:p>
            <a:pPr algn="just"/>
            <a:endParaRPr lang="en-US" sz="1600" b="0" dirty="0"/>
          </a:p>
          <a:p>
            <a:pPr algn="just"/>
            <a:r>
              <a:rPr lang="en-US" sz="1600" dirty="0"/>
              <a:t>Server name. </a:t>
            </a:r>
            <a:r>
              <a:rPr lang="en-US" sz="1600" b="0" dirty="0"/>
              <a:t>64-byte field that is optionally filled by the server in a reply packet. It contains a null-terminated string consisting of the domain name of the server. If the server does not want to fill this field with data, the server must fill it with all 0s.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Footer Placeholder 1"/>
          <p:cNvSpPr>
            <a:spLocks noGrp="1"/>
          </p:cNvSpPr>
          <p:nvPr>
            <p:ph type="ftr" sz="quarter" idx="10"/>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t>TCP/IP Protocol Suite</a:t>
            </a:r>
          </a:p>
        </p:txBody>
      </p:sp>
      <p:sp>
        <p:nvSpPr>
          <p:cNvPr id="55299" name="Slide Number Placeholder 2"/>
          <p:cNvSpPr>
            <a:spLocks noGrp="1"/>
          </p:cNvSpPr>
          <p:nvPr>
            <p:ph type="sldNum" sz="quarter" idx="11"/>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F9D9EEAA-738C-49D4-9927-83D2D6EEC0B4}" type="slidenum">
              <a:rPr lang="en-US" b="0" smtClean="0"/>
              <a:pPr/>
              <a:t>20</a:t>
            </a:fld>
            <a:endParaRPr lang="en-US" b="0"/>
          </a:p>
        </p:txBody>
      </p:sp>
      <p:sp>
        <p:nvSpPr>
          <p:cNvPr id="55300" name="Rectangle 3"/>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55301"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55302" name="Rectangle 5"/>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55303"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55304"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55305" name="Rectangle 8"/>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55306"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55307" name="Rectangle 1"/>
          <p:cNvSpPr>
            <a:spLocks noChangeArrowheads="1"/>
          </p:cNvSpPr>
          <p:nvPr/>
        </p:nvSpPr>
        <p:spPr bwMode="auto">
          <a:xfrm>
            <a:off x="228600" y="1133475"/>
            <a:ext cx="8718550"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just"/>
            <a:r>
              <a:rPr lang="en-US" sz="1600" dirty="0"/>
              <a:t>Boot filename. </a:t>
            </a:r>
            <a:r>
              <a:rPr lang="en-US" sz="1600" b="0" dirty="0"/>
              <a:t>128-byte field that can be optionally </a:t>
            </a:r>
            <a:r>
              <a:rPr lang="en-US" sz="1600" b="0" dirty="0">
                <a:solidFill>
                  <a:srgbClr val="FF0000"/>
                </a:solidFill>
              </a:rPr>
              <a:t>filled by the server in a reply packet</a:t>
            </a:r>
            <a:r>
              <a:rPr lang="en-US" sz="1600" b="0" dirty="0"/>
              <a:t>. It contains full pathname of the boot file. Client can use this path to retrieve other booting information. If the server does not want to fill this field with data, server must fill it with all 0s. </a:t>
            </a:r>
          </a:p>
          <a:p>
            <a:pPr algn="just"/>
            <a:endParaRPr lang="en-US" sz="1600" b="0" dirty="0"/>
          </a:p>
          <a:p>
            <a:pPr algn="just"/>
            <a:r>
              <a:rPr lang="en-US" sz="1600" dirty="0"/>
              <a:t>Options. </a:t>
            </a:r>
            <a:r>
              <a:rPr lang="en-US" sz="1600" b="0" dirty="0"/>
              <a:t>An option is composed of three fields: a 1-byte tag field, a 1-byte length field, and a variable-length value field. The length field defines the length of the value field, not the whole option.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42" name="Footer Placeholder 1"/>
          <p:cNvSpPr>
            <a:spLocks noGrp="1"/>
          </p:cNvSpPr>
          <p:nvPr>
            <p:ph type="ftr" sz="quarter" idx="10"/>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t>TCP/IP Protocol Suite</a:t>
            </a:r>
          </a:p>
        </p:txBody>
      </p:sp>
      <p:sp>
        <p:nvSpPr>
          <p:cNvPr id="61443" name="Slide Number Placeholder 2"/>
          <p:cNvSpPr>
            <a:spLocks noGrp="1"/>
          </p:cNvSpPr>
          <p:nvPr>
            <p:ph type="sldNum" sz="quarter" idx="11"/>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5E2AAC03-1286-48FB-A475-2CDBAC03991D}" type="slidenum">
              <a:rPr lang="en-US" b="0" smtClean="0"/>
              <a:pPr/>
              <a:t>21</a:t>
            </a:fld>
            <a:endParaRPr lang="en-US" b="0"/>
          </a:p>
        </p:txBody>
      </p:sp>
      <p:sp>
        <p:nvSpPr>
          <p:cNvPr id="555010" name="Rectangle 2"/>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en-US" sz="3200">
              <a:effectLst>
                <a:outerShdw blurRad="38100" dist="38100" dir="2700000" algn="tl">
                  <a:srgbClr val="FFFFFF"/>
                </a:outerShdw>
              </a:effectLst>
              <a:latin typeface="Times New Roman" panose="02020603050405020304" pitchFamily="18" charset="0"/>
            </a:endParaRPr>
          </a:p>
        </p:txBody>
      </p:sp>
      <p:sp>
        <p:nvSpPr>
          <p:cNvPr id="61445" name="Text Box 3"/>
          <p:cNvSpPr txBox="1">
            <a:spLocks noChangeArrowheads="1"/>
          </p:cNvSpPr>
          <p:nvPr/>
        </p:nvSpPr>
        <p:spPr bwMode="auto">
          <a:xfrm>
            <a:off x="228600" y="355600"/>
            <a:ext cx="5248275" cy="650875"/>
          </a:xfrm>
          <a:prstGeom prst="rect">
            <a:avLst/>
          </a:prstGeom>
          <a:solidFill>
            <a:schemeClr val="folHlink"/>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sz="3600">
                <a:solidFill>
                  <a:schemeClr val="bg1"/>
                </a:solidFill>
                <a:latin typeface="Times" panose="02020603050405020304" pitchFamily="18" charset="0"/>
              </a:rPr>
              <a:t>18-3  CONFIGURATION</a:t>
            </a:r>
          </a:p>
        </p:txBody>
      </p:sp>
      <p:sp>
        <p:nvSpPr>
          <p:cNvPr id="61446" name="Text Box 4"/>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endParaRPr lang="en-US">
              <a:latin typeface="Times New Roman" panose="02020603050405020304" pitchFamily="18" charset="0"/>
            </a:endParaRPr>
          </a:p>
        </p:txBody>
      </p:sp>
      <p:sp>
        <p:nvSpPr>
          <p:cNvPr id="555013" name="Rectangle 5"/>
          <p:cNvSpPr>
            <a:spLocks noChangeArrowheads="1"/>
          </p:cNvSpPr>
          <p:nvPr/>
        </p:nvSpPr>
        <p:spPr bwMode="auto">
          <a:xfrm>
            <a:off x="304800" y="1727200"/>
            <a:ext cx="8534400" cy="769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defRPr/>
            </a:pPr>
            <a:r>
              <a:rPr lang="en-US" sz="2000" b="0" dirty="0">
                <a:latin typeface="+mn-lt"/>
              </a:rPr>
              <a:t>The DHCP has been devised to provide static and dynamic address allocation</a:t>
            </a:r>
            <a:r>
              <a:rPr lang="en-US" sz="2400" b="0" dirty="0">
                <a:latin typeface="+mn-lt"/>
              </a:rPr>
              <a: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Footer Placeholder 1"/>
          <p:cNvSpPr>
            <a:spLocks noGrp="1"/>
          </p:cNvSpPr>
          <p:nvPr>
            <p:ph type="ftr" sz="quarter" idx="10"/>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t>TCP/IP Protocol Suite</a:t>
            </a:r>
          </a:p>
        </p:txBody>
      </p:sp>
      <p:sp>
        <p:nvSpPr>
          <p:cNvPr id="65539" name="Slide Number Placeholder 2"/>
          <p:cNvSpPr>
            <a:spLocks noGrp="1"/>
          </p:cNvSpPr>
          <p:nvPr>
            <p:ph type="sldNum" sz="quarter" idx="11"/>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EA029867-9740-49C9-9F89-EE0657D5E32F}" type="slidenum">
              <a:rPr lang="en-US" b="0" smtClean="0"/>
              <a:pPr/>
              <a:t>22</a:t>
            </a:fld>
            <a:endParaRPr lang="en-US" b="0"/>
          </a:p>
        </p:txBody>
      </p:sp>
      <p:sp>
        <p:nvSpPr>
          <p:cNvPr id="65540" name="Rectangle 3"/>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65541"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65542" name="Rectangle 5"/>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65543"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65544"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65545" name="Rectangle 8"/>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65546"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65547" name="Rectangle 1"/>
          <p:cNvSpPr>
            <a:spLocks noChangeArrowheads="1"/>
          </p:cNvSpPr>
          <p:nvPr/>
        </p:nvSpPr>
        <p:spPr bwMode="auto">
          <a:xfrm>
            <a:off x="347663" y="1403350"/>
            <a:ext cx="8226425" cy="147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just"/>
            <a:r>
              <a:rPr lang="en-US" b="0"/>
              <a:t>DHCP server has a database that statically binds physical addresses to IP addresses. </a:t>
            </a:r>
          </a:p>
          <a:p>
            <a:pPr algn="just"/>
            <a:endParaRPr lang="en-US" b="0"/>
          </a:p>
          <a:p>
            <a:pPr algn="just"/>
            <a:r>
              <a:rPr lang="en-US" b="0"/>
              <a:t>When working in this way, DHCP is backward compatible with the deprecated protocol BOOTP. </a:t>
            </a:r>
          </a:p>
        </p:txBody>
      </p:sp>
      <p:sp>
        <p:nvSpPr>
          <p:cNvPr id="65548" name="Rectangle 2"/>
          <p:cNvSpPr>
            <a:spLocks noChangeArrowheads="1"/>
          </p:cNvSpPr>
          <p:nvPr/>
        </p:nvSpPr>
        <p:spPr bwMode="auto">
          <a:xfrm>
            <a:off x="1257300" y="638175"/>
            <a:ext cx="31321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t>Static Address Allocation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Footer Placeholder 1"/>
          <p:cNvSpPr>
            <a:spLocks noGrp="1"/>
          </p:cNvSpPr>
          <p:nvPr>
            <p:ph type="ftr" sz="quarter" idx="10"/>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t>TCP/IP Protocol Suite</a:t>
            </a:r>
          </a:p>
        </p:txBody>
      </p:sp>
      <p:sp>
        <p:nvSpPr>
          <p:cNvPr id="67587" name="Slide Number Placeholder 2"/>
          <p:cNvSpPr>
            <a:spLocks noGrp="1"/>
          </p:cNvSpPr>
          <p:nvPr>
            <p:ph type="sldNum" sz="quarter" idx="11"/>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54D05476-BA54-41DA-A401-95761F6C6B4F}" type="slidenum">
              <a:rPr lang="en-US" b="0" smtClean="0"/>
              <a:pPr/>
              <a:t>23</a:t>
            </a:fld>
            <a:endParaRPr lang="en-US" b="0"/>
          </a:p>
        </p:txBody>
      </p:sp>
      <p:sp>
        <p:nvSpPr>
          <p:cNvPr id="67588" name="Rectangle 3"/>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67589"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67590" name="Rectangle 5"/>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67591"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67592"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67593" name="Rectangle 8"/>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67594"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67595" name="Rectangle 1"/>
          <p:cNvSpPr>
            <a:spLocks noChangeArrowheads="1"/>
          </p:cNvSpPr>
          <p:nvPr/>
        </p:nvSpPr>
        <p:spPr bwMode="auto">
          <a:xfrm>
            <a:off x="76200" y="1033463"/>
            <a:ext cx="8870950" cy="4247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just"/>
            <a:r>
              <a:rPr lang="en-US" b="0" dirty="0"/>
              <a:t>DHCP has a second database with a pool of available IP addresses. </a:t>
            </a:r>
          </a:p>
          <a:p>
            <a:pPr algn="just"/>
            <a:endParaRPr lang="en-US" b="0" dirty="0"/>
          </a:p>
          <a:p>
            <a:pPr algn="just"/>
            <a:r>
              <a:rPr lang="en-US" b="0" dirty="0"/>
              <a:t>This second database makes DHCP dynamic. </a:t>
            </a:r>
          </a:p>
          <a:p>
            <a:pPr algn="just"/>
            <a:endParaRPr lang="en-US" b="0" dirty="0"/>
          </a:p>
          <a:p>
            <a:pPr algn="just"/>
            <a:r>
              <a:rPr lang="en-US" b="0" dirty="0"/>
              <a:t>When a DHCP client requests a temporary IP address, DHCP server goes to the pool of available IP addresses and assigns an IP address for a negotiable period of time. </a:t>
            </a:r>
          </a:p>
          <a:p>
            <a:pPr algn="just"/>
            <a:endParaRPr lang="en-US" b="0" dirty="0"/>
          </a:p>
          <a:p>
            <a:pPr algn="just"/>
            <a:r>
              <a:rPr lang="en-US" b="0" dirty="0"/>
              <a:t>When a DHCP client sends a request to a DHCP server, server first checks its static database. </a:t>
            </a:r>
          </a:p>
          <a:p>
            <a:pPr algn="just"/>
            <a:endParaRPr lang="en-US" b="0" dirty="0"/>
          </a:p>
          <a:p>
            <a:pPr algn="just"/>
            <a:r>
              <a:rPr lang="en-US" b="0" dirty="0"/>
              <a:t>If an entry with requested physical address exists in the static database,  permanent IP address of the client is returned. </a:t>
            </a:r>
          </a:p>
          <a:p>
            <a:pPr algn="just"/>
            <a:endParaRPr lang="en-US" b="0" dirty="0"/>
          </a:p>
          <a:p>
            <a:pPr algn="just"/>
            <a:r>
              <a:rPr lang="en-US" b="0" dirty="0"/>
              <a:t>If the entry does not exist in static database, server selects an IP address from  available pool, assigns address to the client, and adds entry to the dynamic database. </a:t>
            </a:r>
          </a:p>
        </p:txBody>
      </p:sp>
      <p:sp>
        <p:nvSpPr>
          <p:cNvPr id="67596" name="Rectangle 2"/>
          <p:cNvSpPr>
            <a:spLocks noChangeArrowheads="1"/>
          </p:cNvSpPr>
          <p:nvPr/>
        </p:nvSpPr>
        <p:spPr bwMode="auto">
          <a:xfrm>
            <a:off x="1257300" y="638175"/>
            <a:ext cx="34020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t>Dynamic Address Allocation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Footer Placeholder 1"/>
          <p:cNvSpPr>
            <a:spLocks noGrp="1"/>
          </p:cNvSpPr>
          <p:nvPr>
            <p:ph type="ftr" sz="quarter" idx="10"/>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t>TCP/IP Protocol Suite</a:t>
            </a:r>
          </a:p>
        </p:txBody>
      </p:sp>
      <p:sp>
        <p:nvSpPr>
          <p:cNvPr id="69635" name="Slide Number Placeholder 2"/>
          <p:cNvSpPr>
            <a:spLocks noGrp="1"/>
          </p:cNvSpPr>
          <p:nvPr>
            <p:ph type="sldNum" sz="quarter" idx="11"/>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27FF1A58-08DD-444F-8764-58710932373F}" type="slidenum">
              <a:rPr lang="en-US" b="0" smtClean="0"/>
              <a:pPr/>
              <a:t>24</a:t>
            </a:fld>
            <a:endParaRPr lang="en-US" b="0"/>
          </a:p>
        </p:txBody>
      </p:sp>
      <p:sp>
        <p:nvSpPr>
          <p:cNvPr id="69636" name="Rectangle 3"/>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69637"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69638" name="Rectangle 5"/>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69639"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69640"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69641" name="Rectangle 8"/>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69642"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69643" name="Rectangle 1"/>
          <p:cNvSpPr>
            <a:spLocks noChangeArrowheads="1"/>
          </p:cNvSpPr>
          <p:nvPr/>
        </p:nvSpPr>
        <p:spPr bwMode="auto">
          <a:xfrm>
            <a:off x="228600" y="1235075"/>
            <a:ext cx="8718550"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just"/>
            <a:r>
              <a:rPr lang="en-US" b="0" dirty="0"/>
              <a:t>Dynamic aspect of DHCP is needed when a host moves from network to network or is connected and disconnected from a network.</a:t>
            </a:r>
          </a:p>
          <a:p>
            <a:pPr algn="just"/>
            <a:endParaRPr lang="en-US" b="0" dirty="0"/>
          </a:p>
          <a:p>
            <a:pPr algn="just"/>
            <a:r>
              <a:rPr lang="en-US" b="0" dirty="0"/>
              <a:t>DHCP provides temporary IP addresses for a limited period of time. </a:t>
            </a:r>
          </a:p>
          <a:p>
            <a:pPr algn="just"/>
            <a:endParaRPr lang="en-US" b="0" dirty="0"/>
          </a:p>
          <a:p>
            <a:pPr algn="just"/>
            <a:r>
              <a:rPr lang="en-US" b="0" dirty="0"/>
              <a:t>The addresses assigned from the pool are temporary addresses. </a:t>
            </a:r>
          </a:p>
          <a:p>
            <a:pPr algn="just"/>
            <a:endParaRPr lang="en-US" b="0" dirty="0"/>
          </a:p>
          <a:p>
            <a:pPr algn="just"/>
            <a:r>
              <a:rPr lang="en-US" b="0" dirty="0"/>
              <a:t>DHCP server issues a lease for a specific period of time. When the lease expires, the client must either stop using the IP address or renew the lease. </a:t>
            </a:r>
          </a:p>
          <a:p>
            <a:pPr algn="just"/>
            <a:endParaRPr lang="en-US" b="0" u="sng" dirty="0"/>
          </a:p>
          <a:p>
            <a:pPr algn="just"/>
            <a:r>
              <a:rPr lang="en-US" b="0" dirty="0"/>
              <a:t>Server has the choice to agree or disagree with the renewal. If the server disagrees, the client stops using the address.</a:t>
            </a:r>
          </a:p>
        </p:txBody>
      </p:sp>
      <p:sp>
        <p:nvSpPr>
          <p:cNvPr id="69644" name="Rectangle 2"/>
          <p:cNvSpPr>
            <a:spLocks noChangeArrowheads="1"/>
          </p:cNvSpPr>
          <p:nvPr/>
        </p:nvSpPr>
        <p:spPr bwMode="auto">
          <a:xfrm>
            <a:off x="1257300" y="638175"/>
            <a:ext cx="43322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t>Dynamic Address Allocation (contd)</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Footer Placeholder 1"/>
          <p:cNvSpPr>
            <a:spLocks noGrp="1"/>
          </p:cNvSpPr>
          <p:nvPr>
            <p:ph type="ftr" sz="quarter" idx="10"/>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t>TCP/IP Protocol Suite</a:t>
            </a:r>
          </a:p>
        </p:txBody>
      </p:sp>
      <p:sp>
        <p:nvSpPr>
          <p:cNvPr id="71683" name="Slide Number Placeholder 2"/>
          <p:cNvSpPr>
            <a:spLocks noGrp="1"/>
          </p:cNvSpPr>
          <p:nvPr>
            <p:ph type="sldNum" sz="quarter" idx="11"/>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5A876A19-50E5-4DD7-B94C-AB6DA87A8308}" type="slidenum">
              <a:rPr lang="en-US" b="0" smtClean="0"/>
              <a:pPr/>
              <a:t>25</a:t>
            </a:fld>
            <a:endParaRPr lang="en-US" b="0"/>
          </a:p>
        </p:txBody>
      </p:sp>
      <p:sp>
        <p:nvSpPr>
          <p:cNvPr id="71684" name="Rectangle 3"/>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71685"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71686" name="Rectangle 5"/>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71687"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71688"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71689" name="Rectangle 8"/>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71690"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71691" name="Rectangle 1"/>
          <p:cNvSpPr>
            <a:spLocks noChangeArrowheads="1"/>
          </p:cNvSpPr>
          <p:nvPr/>
        </p:nvSpPr>
        <p:spPr bwMode="auto">
          <a:xfrm>
            <a:off x="203200" y="1182430"/>
            <a:ext cx="8705850" cy="2062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just"/>
            <a:r>
              <a:rPr lang="en-US" sz="1600" b="0" dirty="0"/>
              <a:t>To provide dynamic address allocation, DHCP client acts as a state machine that performs transitions from one state to another depending on messages it receives or sends. </a:t>
            </a:r>
          </a:p>
          <a:p>
            <a:pPr algn="just"/>
            <a:endParaRPr lang="en-US" sz="1600" b="0" dirty="0"/>
          </a:p>
          <a:p>
            <a:pPr algn="just"/>
            <a:r>
              <a:rPr lang="en-US" sz="1600" b="0" dirty="0"/>
              <a:t>The type of message in this case is defined by the option with tag 53 that is included in  DHCP packet. </a:t>
            </a:r>
          </a:p>
          <a:p>
            <a:pPr algn="just"/>
            <a:endParaRPr lang="en-US" sz="1600" b="0" u="sng" dirty="0"/>
          </a:p>
          <a:p>
            <a:pPr algn="just"/>
            <a:r>
              <a:rPr lang="en-US" sz="1600" b="0" dirty="0"/>
              <a:t>Figure  shows the type option and the interpretation of its value to define the type of the DHCP packet. </a:t>
            </a:r>
          </a:p>
        </p:txBody>
      </p:sp>
      <p:sp>
        <p:nvSpPr>
          <p:cNvPr id="71692" name="Rectangle 2"/>
          <p:cNvSpPr>
            <a:spLocks noChangeArrowheads="1"/>
          </p:cNvSpPr>
          <p:nvPr/>
        </p:nvSpPr>
        <p:spPr bwMode="auto">
          <a:xfrm>
            <a:off x="1257300" y="638175"/>
            <a:ext cx="2152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t>Transition States</a:t>
            </a:r>
          </a:p>
        </p:txBody>
      </p:sp>
      <p:pic>
        <p:nvPicPr>
          <p:cNvPr id="13"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3866892"/>
            <a:ext cx="5422900" cy="20755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 name="Text Box 2"/>
          <p:cNvSpPr txBox="1">
            <a:spLocks noChangeArrowheads="1"/>
          </p:cNvSpPr>
          <p:nvPr/>
        </p:nvSpPr>
        <p:spPr bwMode="auto">
          <a:xfrm>
            <a:off x="990600" y="90488"/>
            <a:ext cx="35814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dirty="0">
                <a:solidFill>
                  <a:srgbClr val="0000FF"/>
                </a:solidFill>
                <a:latin typeface="Times New Roman" panose="02020603050405020304" pitchFamily="18" charset="0"/>
              </a:rPr>
              <a:t>Figure 18.7</a:t>
            </a:r>
            <a:r>
              <a:rPr lang="en-US" altLang="en-US" dirty="0">
                <a:solidFill>
                  <a:schemeClr val="accent2"/>
                </a:solidFill>
                <a:latin typeface="Times New Roman" panose="02020603050405020304" pitchFamily="18" charset="0"/>
              </a:rPr>
              <a:t>    </a:t>
            </a:r>
            <a:r>
              <a:rPr lang="en-US" altLang="en-US" i="1" dirty="0">
                <a:latin typeface="Times New Roman" panose="02020603050405020304" pitchFamily="18" charset="0"/>
              </a:rPr>
              <a:t>Option with tag 53</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Footer Placeholder 1"/>
          <p:cNvSpPr>
            <a:spLocks noGrp="1"/>
          </p:cNvSpPr>
          <p:nvPr>
            <p:ph type="ftr" sz="quarter" idx="10"/>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t>TCP/IP Protocol Suite</a:t>
            </a:r>
          </a:p>
        </p:txBody>
      </p:sp>
      <p:sp>
        <p:nvSpPr>
          <p:cNvPr id="75779" name="Slide Number Placeholder 2"/>
          <p:cNvSpPr>
            <a:spLocks noGrp="1"/>
          </p:cNvSpPr>
          <p:nvPr>
            <p:ph type="sldNum" sz="quarter" idx="11"/>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52E27F2E-2218-41EC-8EA5-A0E825123E64}" type="slidenum">
              <a:rPr lang="en-US" b="0" smtClean="0"/>
              <a:pPr/>
              <a:t>26</a:t>
            </a:fld>
            <a:endParaRPr lang="en-US" b="0"/>
          </a:p>
        </p:txBody>
      </p:sp>
      <p:sp>
        <p:nvSpPr>
          <p:cNvPr id="75780" name="Text Box 2"/>
          <p:cNvSpPr txBox="1">
            <a:spLocks noChangeArrowheads="1"/>
          </p:cNvSpPr>
          <p:nvPr/>
        </p:nvSpPr>
        <p:spPr bwMode="auto">
          <a:xfrm>
            <a:off x="990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solidFill>
                  <a:srgbClr val="0000FF"/>
                </a:solidFill>
                <a:latin typeface="Times New Roman" panose="02020603050405020304" pitchFamily="18" charset="0"/>
              </a:rPr>
              <a:t>Figure 18.8</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DHCP client transition diagram</a:t>
            </a:r>
          </a:p>
        </p:txBody>
      </p:sp>
      <p:sp>
        <p:nvSpPr>
          <p:cNvPr id="75781" name="Rectangle 3"/>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75782"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75783" name="Rectangle 5"/>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75784"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75785"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75786" name="Rectangle 8"/>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75787"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pic>
        <p:nvPicPr>
          <p:cNvPr id="75788"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67399" y="1520371"/>
            <a:ext cx="6727251" cy="47232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a:extLst>
              <a:ext uri="{FF2B5EF4-FFF2-40B4-BE49-F238E27FC236}">
                <a16:creationId xmlns:a16="http://schemas.microsoft.com/office/drawing/2014/main" id="{703EDEEE-E598-4093-BACC-F4939E798767}"/>
              </a:ext>
            </a:extLst>
          </p:cNvPr>
          <p:cNvSpPr txBox="1"/>
          <p:nvPr/>
        </p:nvSpPr>
        <p:spPr>
          <a:xfrm>
            <a:off x="1524000" y="744319"/>
            <a:ext cx="6908800" cy="369332"/>
          </a:xfrm>
          <a:prstGeom prst="rect">
            <a:avLst/>
          </a:prstGeom>
          <a:noFill/>
        </p:spPr>
        <p:txBody>
          <a:bodyPr wrap="square">
            <a:spAutoFit/>
          </a:bodyPr>
          <a:lstStyle/>
          <a:p>
            <a:pPr algn="just"/>
            <a:r>
              <a:rPr lang="en-US" sz="1800" b="0" dirty="0"/>
              <a:t>Figure shows the transition diagram with main states.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Footer Placeholder 1"/>
          <p:cNvSpPr>
            <a:spLocks noGrp="1"/>
          </p:cNvSpPr>
          <p:nvPr>
            <p:ph type="ftr" sz="quarter" idx="10"/>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t>TCP/IP Protocol Suite</a:t>
            </a:r>
          </a:p>
        </p:txBody>
      </p:sp>
      <p:sp>
        <p:nvSpPr>
          <p:cNvPr id="77827" name="Slide Number Placeholder 2"/>
          <p:cNvSpPr>
            <a:spLocks noGrp="1"/>
          </p:cNvSpPr>
          <p:nvPr>
            <p:ph type="sldNum" sz="quarter" idx="11"/>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E4B0F4A0-F8D2-4311-B710-96A1B7979E30}" type="slidenum">
              <a:rPr lang="en-US" b="0" smtClean="0"/>
              <a:pPr/>
              <a:t>27</a:t>
            </a:fld>
            <a:endParaRPr lang="en-US" b="0"/>
          </a:p>
        </p:txBody>
      </p:sp>
      <p:sp>
        <p:nvSpPr>
          <p:cNvPr id="77828" name="Text Box 2"/>
          <p:cNvSpPr txBox="1">
            <a:spLocks noChangeArrowheads="1"/>
          </p:cNvSpPr>
          <p:nvPr/>
        </p:nvSpPr>
        <p:spPr bwMode="auto">
          <a:xfrm>
            <a:off x="990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solidFill>
                  <a:srgbClr val="0000FF"/>
                </a:solidFill>
                <a:latin typeface="Times New Roman" panose="02020603050405020304" pitchFamily="18" charset="0"/>
              </a:rPr>
              <a:t>Figure 18.8</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DHCP client transition diagram</a:t>
            </a:r>
          </a:p>
        </p:txBody>
      </p:sp>
      <p:sp>
        <p:nvSpPr>
          <p:cNvPr id="77829" name="Rectangle 3"/>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77830"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77831" name="Rectangle 5"/>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77832"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77833"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77834" name="Rectangle 8"/>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77835"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77836" name="Rectangle 1"/>
          <p:cNvSpPr>
            <a:spLocks noChangeArrowheads="1"/>
          </p:cNvSpPr>
          <p:nvPr/>
        </p:nvSpPr>
        <p:spPr bwMode="auto">
          <a:xfrm>
            <a:off x="76200" y="1030288"/>
            <a:ext cx="8870950"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just"/>
            <a:r>
              <a:rPr lang="en-US" sz="1400" dirty="0"/>
              <a:t>INIT State </a:t>
            </a:r>
            <a:r>
              <a:rPr lang="en-US" sz="1400" b="0" dirty="0"/>
              <a:t>When the DHCP client first starts, it is in the INIT state. The client broadcasts a </a:t>
            </a:r>
            <a:r>
              <a:rPr lang="en-US" sz="1400" b="0" dirty="0">
                <a:solidFill>
                  <a:srgbClr val="FF0000"/>
                </a:solidFill>
              </a:rPr>
              <a:t>DHCPDISCOVER</a:t>
            </a:r>
            <a:r>
              <a:rPr lang="en-US" sz="1400" b="0" dirty="0"/>
              <a:t> message, using port 67. </a:t>
            </a:r>
          </a:p>
          <a:p>
            <a:pPr algn="just"/>
            <a:endParaRPr lang="en-US" sz="1400" b="0" dirty="0"/>
          </a:p>
          <a:p>
            <a:pPr algn="just"/>
            <a:r>
              <a:rPr lang="en-US" sz="1400" dirty="0"/>
              <a:t>SELECTING State </a:t>
            </a:r>
            <a:r>
              <a:rPr lang="en-US" sz="1400" b="0" dirty="0"/>
              <a:t>After sending the DHCPDISCOVER message, client goes to the selecting state. Those servers that can provide this type of service respond with a DHCPOFFER message. In these messages, the servers offer an IP address. They can also offer lease duration. The default is 1 hour. The client chooses one of the offers and sends a DHCPREQUEST message to the selected server. It then goes to the requesting state. However, if the client receives no DHCPOFFER message, it tries four more times, each with a span of 2 seconds. If there is no reply to any of these DHCPDISCOVERs,  client sleeps for 5 minutes before trying again. </a:t>
            </a:r>
          </a:p>
          <a:p>
            <a:pPr algn="just"/>
            <a:endParaRPr lang="en-US" sz="1400" b="0" dirty="0"/>
          </a:p>
          <a:p>
            <a:pPr algn="just"/>
            <a:r>
              <a:rPr lang="en-US" sz="1400" dirty="0"/>
              <a:t>REQUESTING State </a:t>
            </a:r>
            <a:r>
              <a:rPr lang="en-US" sz="1400" b="0" dirty="0"/>
              <a:t>The client remains in requesting state until it receives a DHCPACK message from server that creates the binding between client physical address and its IP address. After receipt of the DHCPACK, client goes to the bound state.</a:t>
            </a:r>
          </a:p>
          <a:p>
            <a:pPr algn="just"/>
            <a:endParaRPr lang="en-US" sz="1400" b="0" dirty="0"/>
          </a:p>
          <a:p>
            <a:pPr algn="just"/>
            <a:r>
              <a:rPr lang="en-US" sz="1400" dirty="0"/>
              <a:t>BOUND State </a:t>
            </a:r>
            <a:r>
              <a:rPr lang="en-US" sz="1400" b="0" dirty="0"/>
              <a:t>In this state, client can use the IP address until lease expires. When 50 percent of the lease period is reached, client sends another DHCPREQUEST to ask for renewal. It then goes to the renewing state. When in the bound state, the client can also cancel the lease and go to the initializing state</a:t>
            </a:r>
            <a:r>
              <a:rPr lang="en-US" sz="1600" b="0" dirty="0"/>
              <a:t>. </a:t>
            </a:r>
          </a:p>
        </p:txBody>
      </p:sp>
      <p:sp>
        <p:nvSpPr>
          <p:cNvPr id="13" name="Rectangle 1"/>
          <p:cNvSpPr>
            <a:spLocks noChangeArrowheads="1"/>
          </p:cNvSpPr>
          <p:nvPr/>
        </p:nvSpPr>
        <p:spPr bwMode="auto">
          <a:xfrm>
            <a:off x="76200" y="4922487"/>
            <a:ext cx="8870950" cy="1600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just"/>
            <a:r>
              <a:rPr lang="en-US" sz="1400" dirty="0"/>
              <a:t>RENEWING State </a:t>
            </a:r>
            <a:r>
              <a:rPr lang="en-US" sz="1400" b="0" dirty="0"/>
              <a:t>client remains in renewing state until one of two events happens. It can receive a DHCPACK, which renews lease agreement. In this case, client resets its timer and goes back to bound state. Or, if a DHCPACK is not received, and 87.5 percent of lease time expires, client goes to the rebinding state. </a:t>
            </a:r>
          </a:p>
          <a:p>
            <a:pPr algn="just"/>
            <a:endParaRPr lang="en-US" sz="1400" b="0" dirty="0"/>
          </a:p>
          <a:p>
            <a:pPr algn="just"/>
            <a:r>
              <a:rPr lang="en-US" sz="1400" dirty="0"/>
              <a:t>REBINDING State </a:t>
            </a:r>
            <a:r>
              <a:rPr lang="en-US" sz="1400" b="0" dirty="0"/>
              <a:t>client remains in rebinding state until one of three events happens. If the client receives a DHCPNACK or the lease expires, it goes back to the initializing state and tries to get another IP address. If the client receives a DHCPACK, it goes to the bound state and resets the timer.</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Footer Placeholder 1"/>
          <p:cNvSpPr>
            <a:spLocks noGrp="1"/>
          </p:cNvSpPr>
          <p:nvPr>
            <p:ph type="ftr" sz="quarter" idx="10"/>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t>TCP/IP Protocol Suite</a:t>
            </a:r>
          </a:p>
        </p:txBody>
      </p:sp>
      <p:sp>
        <p:nvSpPr>
          <p:cNvPr id="81923" name="Slide Number Placeholder 2"/>
          <p:cNvSpPr>
            <a:spLocks noGrp="1"/>
          </p:cNvSpPr>
          <p:nvPr>
            <p:ph type="sldNum" sz="quarter" idx="11"/>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CC835C7C-492E-4340-92AD-D4DFA1AF6AD6}" type="slidenum">
              <a:rPr lang="en-US" b="0" smtClean="0"/>
              <a:pPr/>
              <a:t>28</a:t>
            </a:fld>
            <a:endParaRPr lang="en-US" b="0"/>
          </a:p>
        </p:txBody>
      </p:sp>
      <p:sp>
        <p:nvSpPr>
          <p:cNvPr id="81924" name="Rectangle 3"/>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81925"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81926" name="Rectangle 5"/>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81927"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81928"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81929" name="Rectangle 8"/>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81930"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81931" name="Rectangle 1"/>
          <p:cNvSpPr>
            <a:spLocks noChangeArrowheads="1"/>
          </p:cNvSpPr>
          <p:nvPr/>
        </p:nvSpPr>
        <p:spPr bwMode="auto">
          <a:xfrm>
            <a:off x="76200" y="1328738"/>
            <a:ext cx="8870950" cy="289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just"/>
            <a:r>
              <a:rPr lang="en-US" b="0" dirty="0"/>
              <a:t>Few issues related to the DHCP states.</a:t>
            </a:r>
          </a:p>
          <a:p>
            <a:pPr algn="just"/>
            <a:endParaRPr lang="en-US" b="0" dirty="0"/>
          </a:p>
          <a:p>
            <a:pPr algn="just"/>
            <a:r>
              <a:rPr lang="en-US" dirty="0"/>
              <a:t> </a:t>
            </a:r>
            <a:r>
              <a:rPr lang="en-US" sz="1600" dirty="0"/>
              <a:t>Early Release </a:t>
            </a:r>
            <a:r>
              <a:rPr lang="en-US" sz="1600" b="0" dirty="0"/>
              <a:t>A DHCP client that has been assigned an address for a period of time may release the address before expiration time. The client may send a DHCPRELEASE message to tell the server that address is no longer needed. This helps server to assign the address to another client waiting for it. </a:t>
            </a:r>
          </a:p>
          <a:p>
            <a:pPr algn="just"/>
            <a:endParaRPr lang="en-US" sz="1600" b="0" dirty="0"/>
          </a:p>
          <a:p>
            <a:pPr algn="just"/>
            <a:r>
              <a:rPr lang="en-US" sz="1600" dirty="0"/>
              <a:t>Timers</a:t>
            </a:r>
            <a:r>
              <a:rPr lang="en-US" sz="1600" b="0" dirty="0"/>
              <a:t> above discussion requires that client uses 3 times: renewal timer, rebinding timer, and expiration timer. If the server does not specify time-out values for these timers when the address is allocated, client needs to use the default value. default value for each timer is shown below:</a:t>
            </a:r>
          </a:p>
        </p:txBody>
      </p:sp>
      <p:sp>
        <p:nvSpPr>
          <p:cNvPr id="81932" name="Rectangle 2"/>
          <p:cNvSpPr>
            <a:spLocks noChangeArrowheads="1"/>
          </p:cNvSpPr>
          <p:nvPr/>
        </p:nvSpPr>
        <p:spPr bwMode="auto">
          <a:xfrm>
            <a:off x="1363663" y="600075"/>
            <a:ext cx="17319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t>Other Issues </a:t>
            </a:r>
          </a:p>
        </p:txBody>
      </p:sp>
      <p:pic>
        <p:nvPicPr>
          <p:cNvPr id="81933"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4473575"/>
            <a:ext cx="4822825"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Footer Placeholder 1"/>
          <p:cNvSpPr>
            <a:spLocks noGrp="1"/>
          </p:cNvSpPr>
          <p:nvPr>
            <p:ph type="ftr" sz="quarter" idx="10"/>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t>TCP/IP Protocol Suite</a:t>
            </a:r>
          </a:p>
        </p:txBody>
      </p:sp>
      <p:sp>
        <p:nvSpPr>
          <p:cNvPr id="83971" name="Slide Number Placeholder 2"/>
          <p:cNvSpPr>
            <a:spLocks noGrp="1"/>
          </p:cNvSpPr>
          <p:nvPr>
            <p:ph type="sldNum" sz="quarter" idx="11"/>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3CAE5BFC-3DF0-4267-AFA5-65F36BC92DD9}" type="slidenum">
              <a:rPr lang="en-US" b="0" smtClean="0"/>
              <a:pPr/>
              <a:t>29</a:t>
            </a:fld>
            <a:endParaRPr lang="en-US" b="0"/>
          </a:p>
        </p:txBody>
      </p:sp>
      <p:sp>
        <p:nvSpPr>
          <p:cNvPr id="83972" name="Text Box 2"/>
          <p:cNvSpPr txBox="1">
            <a:spLocks noChangeArrowheads="1"/>
          </p:cNvSpPr>
          <p:nvPr/>
        </p:nvSpPr>
        <p:spPr bwMode="auto">
          <a:xfrm>
            <a:off x="990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solidFill>
                  <a:srgbClr val="0000FF"/>
                </a:solidFill>
                <a:latin typeface="Times New Roman" panose="02020603050405020304" pitchFamily="18" charset="0"/>
              </a:rPr>
              <a:t>Figure 18.9</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Exchanging messages</a:t>
            </a:r>
          </a:p>
        </p:txBody>
      </p:sp>
      <p:sp>
        <p:nvSpPr>
          <p:cNvPr id="83973" name="Rectangle 3"/>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83974"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83975" name="Rectangle 5"/>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83976"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83977"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83978" name="Rectangle 8"/>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83979"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pic>
        <p:nvPicPr>
          <p:cNvPr id="530442" name="Picture 1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90800" y="1630362"/>
            <a:ext cx="3962400" cy="49239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3981" name="Rectangle 1"/>
          <p:cNvSpPr>
            <a:spLocks noChangeArrowheads="1"/>
          </p:cNvSpPr>
          <p:nvPr/>
        </p:nvSpPr>
        <p:spPr bwMode="auto">
          <a:xfrm>
            <a:off x="329098" y="1069975"/>
            <a:ext cx="82264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b="0" dirty="0"/>
              <a:t>Exchange of messages related to the transition diagram. </a:t>
            </a:r>
          </a:p>
        </p:txBody>
      </p:sp>
      <p:sp>
        <p:nvSpPr>
          <p:cNvPr id="83982" name="Rectangle 2"/>
          <p:cNvSpPr>
            <a:spLocks noChangeArrowheads="1"/>
          </p:cNvSpPr>
          <p:nvPr/>
        </p:nvSpPr>
        <p:spPr bwMode="auto">
          <a:xfrm>
            <a:off x="1228725" y="617538"/>
            <a:ext cx="27860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t>Exchanging Messages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withEffect">
                                  <p:stCondLst>
                                    <p:cond delay="0"/>
                                  </p:stCondLst>
                                  <p:childTnLst>
                                    <p:set>
                                      <p:cBhvr>
                                        <p:cTn id="6" dur="1" fill="hold">
                                          <p:stCondLst>
                                            <p:cond delay="0"/>
                                          </p:stCondLst>
                                        </p:cTn>
                                        <p:tgtEl>
                                          <p:spTgt spid="530442"/>
                                        </p:tgtEl>
                                        <p:attrNameLst>
                                          <p:attrName>style.visibility</p:attrName>
                                        </p:attrNameLst>
                                      </p:cBhvr>
                                      <p:to>
                                        <p:strVal val="visible"/>
                                      </p:to>
                                    </p:set>
                                    <p:animEffect transition="in" filter="wipe(up)">
                                      <p:cBhvr>
                                        <p:cTn id="7" dur="10"/>
                                        <p:tgtEl>
                                          <p:spTgt spid="5304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Footer Placeholder 1"/>
          <p:cNvSpPr>
            <a:spLocks noGrp="1"/>
          </p:cNvSpPr>
          <p:nvPr>
            <p:ph type="ftr" sz="quarter" idx="10"/>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t>TCP/IP Protocol Suite</a:t>
            </a:r>
          </a:p>
        </p:txBody>
      </p:sp>
      <p:sp>
        <p:nvSpPr>
          <p:cNvPr id="86019" name="Slide Number Placeholder 2"/>
          <p:cNvSpPr>
            <a:spLocks noGrp="1"/>
          </p:cNvSpPr>
          <p:nvPr>
            <p:ph type="sldNum" sz="quarter" idx="11"/>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780063D8-8FFF-465F-B0C4-A753E140E2B4}" type="slidenum">
              <a:rPr lang="en-US" b="0" smtClean="0"/>
              <a:pPr/>
              <a:t>30</a:t>
            </a:fld>
            <a:endParaRPr lang="en-US" b="0"/>
          </a:p>
        </p:txBody>
      </p:sp>
      <p:sp>
        <p:nvSpPr>
          <p:cNvPr id="86020" name="Rectangle 3"/>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86021"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86022" name="Rectangle 5"/>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86023"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86024"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86025" name="Rectangle 8"/>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86026"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sz="2400" b="0"/>
          </a:p>
        </p:txBody>
      </p:sp>
      <p:sp>
        <p:nvSpPr>
          <p:cNvPr id="86027" name="Rectangle 2"/>
          <p:cNvSpPr>
            <a:spLocks noChangeArrowheads="1"/>
          </p:cNvSpPr>
          <p:nvPr/>
        </p:nvSpPr>
        <p:spPr bwMode="auto">
          <a:xfrm>
            <a:off x="4216400" y="3222625"/>
            <a:ext cx="106521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sz="3200"/>
              <a:t>END</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13"/>
  <p:tag name="MMPROD_UIDATA" val="&lt;database version=&quot;6.0&quot;&gt;&lt;object type=&quot;1&quot; unique_id=&quot;10001&quot;&gt;&lt;object type=&quot;8&quot; unique_id=&quot;11229&quot;&gt;&lt;/object&gt;&lt;object type=&quot;2&quot; unique_id=&quot;11230&quot;&gt;&lt;object type=&quot;3&quot; unique_id=&quot;11231&quot;&gt;&lt;property id=&quot;20148&quot; value=&quot;5&quot;/&gt;&lt;property id=&quot;20300&quot; value=&quot;Slide 1&quot;/&gt;&lt;property id=&quot;20307&quot; value=&quot;549&quot;/&gt;&lt;/object&gt;&lt;object type=&quot;3&quot; unique_id=&quot;11232&quot;&gt;&lt;property id=&quot;20148&quot; value=&quot;5&quot;/&gt;&lt;property id=&quot;20300&quot; value=&quot;Slide 2 - &amp;quot;OBJECTIVES:&amp;quot;&quot;/&gt;&lt;property id=&quot;20307&quot; value=&quot;550&quot;/&gt;&lt;/object&gt;&lt;object type=&quot;3&quot; unique_id=&quot;11233&quot;&gt;&lt;property id=&quot;20148&quot; value=&quot;5&quot;/&gt;&lt;property id=&quot;20300&quot; value=&quot;Slide 3&quot;/&gt;&lt;property id=&quot;20307&quot; value=&quot;551&quot;/&gt;&lt;/object&gt;&lt;object type=&quot;3&quot; unique_id=&quot;11234&quot;&gt;&lt;property id=&quot;20148&quot; value=&quot;5&quot;/&gt;&lt;property id=&quot;20300&quot; value=&quot;Slide 4&quot;/&gt;&lt;property id=&quot;20307&quot; value=&quot;552&quot;/&gt;&lt;/object&gt;&lt;object type=&quot;3&quot; unique_id=&quot;11235&quot;&gt;&lt;property id=&quot;20148&quot; value=&quot;5&quot;/&gt;&lt;property id=&quot;20300&quot; value=&quot;Slide 5&quot;/&gt;&lt;property id=&quot;20307&quot; value=&quot;553&quot;/&gt;&lt;/object&gt;&lt;object type=&quot;3&quot; unique_id=&quot;11236&quot;&gt;&lt;property id=&quot;20148&quot; value=&quot;5&quot;/&gt;&lt;property id=&quot;20300&quot; value=&quot;Slide 6&quot;/&gt;&lt;property id=&quot;20307&quot; value=&quot;557&quot;/&gt;&lt;/object&gt;&lt;object type=&quot;3&quot; unique_id=&quot;11237&quot;&gt;&lt;property id=&quot;20148&quot; value=&quot;5&quot;/&gt;&lt;property id=&quot;20300&quot; value=&quot;Slide 7&quot;/&gt;&lt;property id=&quot;20307&quot; value=&quot;558&quot;/&gt;&lt;/object&gt;&lt;object type=&quot;3&quot; unique_id=&quot;11238&quot;&gt;&lt;property id=&quot;20148&quot; value=&quot;5&quot;/&gt;&lt;property id=&quot;20300&quot; value=&quot;Slide 8&quot;/&gt;&lt;property id=&quot;20307&quot; value=&quot;529&quot;/&gt;&lt;/object&gt;&lt;object type=&quot;3&quot; unique_id=&quot;11239&quot;&gt;&lt;property id=&quot;20148&quot; value=&quot;5&quot;/&gt;&lt;property id=&quot;20300&quot; value=&quot;Slide 9&quot;/&gt;&lt;property id=&quot;20307&quot; value=&quot;541&quot;/&gt;&lt;/object&gt;&lt;object type=&quot;3&quot; unique_id=&quot;11240&quot;&gt;&lt;property id=&quot;20148&quot; value=&quot;5&quot;/&gt;&lt;property id=&quot;20300&quot; value=&quot;Slide 10&quot;/&gt;&lt;property id=&quot;20307&quot; value=&quot;542&quot;/&gt;&lt;/object&gt;&lt;object type=&quot;3&quot; unique_id=&quot;11241&quot;&gt;&lt;property id=&quot;20148&quot; value=&quot;5&quot;/&gt;&lt;property id=&quot;20300&quot; value=&quot;Slide 11&quot;/&gt;&lt;property id=&quot;20307&quot; value=&quot;543&quot;/&gt;&lt;/object&gt;&lt;object type=&quot;3&quot; unique_id=&quot;11242&quot;&gt;&lt;property id=&quot;20148&quot; value=&quot;5&quot;/&gt;&lt;property id=&quot;20300&quot; value=&quot;Slide 12&quot;/&gt;&lt;property id=&quot;20307&quot; value=&quot;544&quot;/&gt;&lt;/object&gt;&lt;object type=&quot;3&quot; unique_id=&quot;11243&quot;&gt;&lt;property id=&quot;20148&quot; value=&quot;5&quot;/&gt;&lt;property id=&quot;20300&quot; value=&quot;Slide 13&quot;/&gt;&lt;property id=&quot;20307&quot; value=&quot;545&quot;/&gt;&lt;/object&gt;&lt;object type=&quot;3&quot; unique_id=&quot;11244&quot;&gt;&lt;property id=&quot;20148&quot; value=&quot;5&quot;/&gt;&lt;property id=&quot;20300&quot; value=&quot;Slide 14&quot;/&gt;&lt;property id=&quot;20307&quot; value=&quot;559&quot;/&gt;&lt;/object&gt;&lt;object type=&quot;3&quot; unique_id=&quot;11245&quot;&gt;&lt;property id=&quot;20148&quot; value=&quot;5&quot;/&gt;&lt;property id=&quot;20300&quot; value=&quot;Slide 15&quot;/&gt;&lt;property id=&quot;20307&quot; value=&quot;560&quot;/&gt;&lt;/object&gt;&lt;object type=&quot;3&quot; unique_id=&quot;11246&quot;&gt;&lt;property id=&quot;20148&quot; value=&quot;5&quot;/&gt;&lt;property id=&quot;20300&quot; value=&quot;Slide 16&quot;/&gt;&lt;property id=&quot;20307&quot; value=&quot;561&quot;/&gt;&lt;/object&gt;&lt;object type=&quot;3&quot; unique_id=&quot;11247&quot;&gt;&lt;property id=&quot;20148&quot; value=&quot;5&quot;/&gt;&lt;property id=&quot;20300&quot; value=&quot;Slide 17&quot;/&gt;&lt;property id=&quot;20307&quot; value=&quot;546&quot;/&gt;&lt;/object&gt;&lt;object type=&quot;3&quot; unique_id=&quot;11248&quot;&gt;&lt;property id=&quot;20148&quot; value=&quot;5&quot;/&gt;&lt;property id=&quot;20300&quot; value=&quot;Slide 18&quot;/&gt;&lt;property id=&quot;20307&quot; value=&quot;547&quot;/&gt;&lt;/object&gt;&lt;object type=&quot;3&quot; unique_id=&quot;11249&quot;&gt;&lt;property id=&quot;20148&quot; value=&quot;5&quot;/&gt;&lt;property id=&quot;20300&quot; value=&quot;Slide 19&quot;/&gt;&lt;property id=&quot;20307&quot; value=&quot;548&quot;/&gt;&lt;/object&gt;&lt;/object&gt;&lt;/object&gt;&lt;/database&gt;"/>
</p:tagLst>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Tahoma" panose="020B060403050404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Tahoma" panose="020B0604030504040204" pitchFamily="34"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2180</TotalTime>
  <Words>2797</Words>
  <Application>Microsoft Office PowerPoint</Application>
  <PresentationFormat>On-screen Show (4:3)</PresentationFormat>
  <Paragraphs>294</Paragraphs>
  <Slides>30</Slides>
  <Notes>30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30</vt:i4>
      </vt:variant>
    </vt:vector>
  </HeadingPairs>
  <TitlesOfParts>
    <vt:vector size="37" baseType="lpstr">
      <vt:lpstr>Arial</vt:lpstr>
      <vt:lpstr>McGrawHill-Italic</vt:lpstr>
      <vt:lpstr>Tahoma</vt:lpstr>
      <vt:lpstr>Times</vt:lpstr>
      <vt:lpstr>Times New Roman</vt:lpstr>
      <vt:lpstr>Wingdings</vt:lpstr>
      <vt:lpstr>Blends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Valued Gateway Client</dc:creator>
  <cp:lastModifiedBy>Raghavendra Achar [MAHE-MIT]</cp:lastModifiedBy>
  <cp:revision>219</cp:revision>
  <dcterms:created xsi:type="dcterms:W3CDTF">2000-01-15T04:50:39Z</dcterms:created>
  <dcterms:modified xsi:type="dcterms:W3CDTF">2025-10-08T10:55:10Z</dcterms:modified>
</cp:coreProperties>
</file>